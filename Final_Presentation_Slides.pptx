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Lato"/>
      <p:regular r:id="rId20"/>
      <p:bold r:id="rId21"/>
      <p:italic r:id="rId22"/>
      <p:boldItalic r:id="rId23"/>
    </p:embeddedFont>
    <p:embeddedFont>
      <p:font typeface="Maven Pro"/>
      <p:regular r:id="rId24"/>
      <p:bold r:id="rId25"/>
    </p:embeddedFont>
    <p:embeddedFont>
      <p:font typeface="Red Hat Display"/>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40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40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22" Type="http://schemas.openxmlformats.org/officeDocument/2006/relationships/font" Target="fonts/Lato-italic.fntdata"/><Relationship Id="rId21" Type="http://schemas.openxmlformats.org/officeDocument/2006/relationships/font" Target="fonts/Lato-bold.fntdata"/><Relationship Id="rId24" Type="http://schemas.openxmlformats.org/officeDocument/2006/relationships/font" Target="fonts/MavenPro-regular.fntdata"/><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edHatDisplay-regular.fntdata"/><Relationship Id="rId25" Type="http://schemas.openxmlformats.org/officeDocument/2006/relationships/font" Target="fonts/MavenPro-bold.fntdata"/><Relationship Id="rId28" Type="http://schemas.openxmlformats.org/officeDocument/2006/relationships/font" Target="fonts/RedHatDisplay-italic.fntdata"/><Relationship Id="rId27" Type="http://schemas.openxmlformats.org/officeDocument/2006/relationships/font" Target="fonts/RedHatDispl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edHatDisplay-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b07ae87a30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b07ae87a30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b07ae87a3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3b07ae87a30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b07ae87a3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3b07ae87a30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07ae87a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g3b07ae87a3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b07ae87a30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3b07ae87a30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b07ae87a30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3b07ae87a30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07ae87a3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3b07ae87a30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b07ae87a3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3b07ae87a30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b07ae87a3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b07ae87a30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b07ae87a30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3b07ae87a30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type="title">
  <p:cSld name="TITLE">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nvSpPr>
        <p:spPr>
          <a:xfrm>
            <a:off x="761975" y="3423775"/>
            <a:ext cx="3807600" cy="84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1" sz="1300" u="none" cap="none" strike="noStrike">
              <a:solidFill>
                <a:schemeClr val="lt1"/>
              </a:solidFill>
              <a:latin typeface="Source Sans Pro"/>
              <a:ea typeface="Source Sans Pro"/>
              <a:cs typeface="Source Sans Pro"/>
              <a:sym typeface="Source Sans Pro"/>
            </a:endParaRPr>
          </a:p>
        </p:txBody>
      </p:sp>
      <p:sp>
        <p:nvSpPr>
          <p:cNvPr id="11" name="Google Shape;11;p2"/>
          <p:cNvSpPr txBox="1"/>
          <p:nvPr>
            <p:ph idx="1" type="subTitle"/>
          </p:nvPr>
        </p:nvSpPr>
        <p:spPr>
          <a:xfrm>
            <a:off x="759275" y="3438025"/>
            <a:ext cx="3807600" cy="845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FFFFFF"/>
              </a:buClr>
              <a:buSzPts val="1300"/>
              <a:buNone/>
              <a:defRPr i="1" sz="1300">
                <a:solidFill>
                  <a:srgbClr val="FFFFFF"/>
                </a:solidFill>
              </a:defRPr>
            </a:lvl1pPr>
            <a:lvl2pPr lvl="1" algn="l">
              <a:lnSpc>
                <a:spcPct val="100000"/>
              </a:lnSpc>
              <a:spcBef>
                <a:spcPts val="0"/>
              </a:spcBef>
              <a:spcAft>
                <a:spcPts val="0"/>
              </a:spcAft>
              <a:buClr>
                <a:srgbClr val="FFFFFF"/>
              </a:buClr>
              <a:buSzPts val="2800"/>
              <a:buNone/>
              <a:defRPr i="1" sz="2800">
                <a:solidFill>
                  <a:srgbClr val="FFFFFF"/>
                </a:solidFill>
              </a:defRPr>
            </a:lvl2pPr>
            <a:lvl3pPr lvl="2" algn="l">
              <a:lnSpc>
                <a:spcPct val="100000"/>
              </a:lnSpc>
              <a:spcBef>
                <a:spcPts val="0"/>
              </a:spcBef>
              <a:spcAft>
                <a:spcPts val="0"/>
              </a:spcAft>
              <a:buClr>
                <a:srgbClr val="FFFFFF"/>
              </a:buClr>
              <a:buSzPts val="2800"/>
              <a:buNone/>
              <a:defRPr i="1" sz="2800">
                <a:solidFill>
                  <a:srgbClr val="FFFFFF"/>
                </a:solidFill>
              </a:defRPr>
            </a:lvl3pPr>
            <a:lvl4pPr lvl="3" algn="l">
              <a:lnSpc>
                <a:spcPct val="100000"/>
              </a:lnSpc>
              <a:spcBef>
                <a:spcPts val="0"/>
              </a:spcBef>
              <a:spcAft>
                <a:spcPts val="0"/>
              </a:spcAft>
              <a:buClr>
                <a:srgbClr val="FFFFFF"/>
              </a:buClr>
              <a:buSzPts val="2800"/>
              <a:buNone/>
              <a:defRPr i="1" sz="2800">
                <a:solidFill>
                  <a:srgbClr val="FFFFFF"/>
                </a:solidFill>
              </a:defRPr>
            </a:lvl4pPr>
            <a:lvl5pPr lvl="4" algn="l">
              <a:lnSpc>
                <a:spcPct val="100000"/>
              </a:lnSpc>
              <a:spcBef>
                <a:spcPts val="0"/>
              </a:spcBef>
              <a:spcAft>
                <a:spcPts val="0"/>
              </a:spcAft>
              <a:buClr>
                <a:srgbClr val="FFFFFF"/>
              </a:buClr>
              <a:buSzPts val="2800"/>
              <a:buNone/>
              <a:defRPr i="1" sz="2800">
                <a:solidFill>
                  <a:srgbClr val="FFFFFF"/>
                </a:solidFill>
              </a:defRPr>
            </a:lvl5pPr>
            <a:lvl6pPr lvl="5" algn="l">
              <a:lnSpc>
                <a:spcPct val="100000"/>
              </a:lnSpc>
              <a:spcBef>
                <a:spcPts val="0"/>
              </a:spcBef>
              <a:spcAft>
                <a:spcPts val="0"/>
              </a:spcAft>
              <a:buClr>
                <a:srgbClr val="FFFFFF"/>
              </a:buClr>
              <a:buSzPts val="2800"/>
              <a:buNone/>
              <a:defRPr i="1" sz="2800">
                <a:solidFill>
                  <a:srgbClr val="FFFFFF"/>
                </a:solidFill>
              </a:defRPr>
            </a:lvl6pPr>
            <a:lvl7pPr lvl="6" algn="l">
              <a:lnSpc>
                <a:spcPct val="100000"/>
              </a:lnSpc>
              <a:spcBef>
                <a:spcPts val="0"/>
              </a:spcBef>
              <a:spcAft>
                <a:spcPts val="0"/>
              </a:spcAft>
              <a:buClr>
                <a:srgbClr val="FFFFFF"/>
              </a:buClr>
              <a:buSzPts val="2800"/>
              <a:buNone/>
              <a:defRPr i="1" sz="2800">
                <a:solidFill>
                  <a:srgbClr val="FFFFFF"/>
                </a:solidFill>
              </a:defRPr>
            </a:lvl7pPr>
            <a:lvl8pPr lvl="7" algn="l">
              <a:lnSpc>
                <a:spcPct val="100000"/>
              </a:lnSpc>
              <a:spcBef>
                <a:spcPts val="0"/>
              </a:spcBef>
              <a:spcAft>
                <a:spcPts val="0"/>
              </a:spcAft>
              <a:buClr>
                <a:srgbClr val="FFFFFF"/>
              </a:buClr>
              <a:buSzPts val="2800"/>
              <a:buNone/>
              <a:defRPr i="1" sz="2800">
                <a:solidFill>
                  <a:srgbClr val="FFFFFF"/>
                </a:solidFill>
              </a:defRPr>
            </a:lvl8pPr>
            <a:lvl9pPr lvl="8" algn="l">
              <a:lnSpc>
                <a:spcPct val="100000"/>
              </a:lnSpc>
              <a:spcBef>
                <a:spcPts val="0"/>
              </a:spcBef>
              <a:spcAft>
                <a:spcPts val="0"/>
              </a:spcAft>
              <a:buClr>
                <a:srgbClr val="FFFFFF"/>
              </a:buClr>
              <a:buSzPts val="2800"/>
              <a:buNone/>
              <a:defRPr i="1" sz="2800">
                <a:solidFill>
                  <a:srgbClr val="FFFFFF"/>
                </a:solidFill>
              </a:defRPr>
            </a:lvl9pPr>
          </a:lstStyle>
          <a:p/>
        </p:txBody>
      </p:sp>
      <p:sp>
        <p:nvSpPr>
          <p:cNvPr id="12" name="Google Shape;12;p2"/>
          <p:cNvSpPr txBox="1"/>
          <p:nvPr>
            <p:ph type="ctrTitle"/>
          </p:nvPr>
        </p:nvSpPr>
        <p:spPr>
          <a:xfrm>
            <a:off x="413075" y="992400"/>
            <a:ext cx="5682900" cy="21306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SzPts val="5500"/>
              <a:buNone/>
              <a:defRPr sz="5500"/>
            </a:lvl1pPr>
            <a:lvl2pPr lvl="1" algn="l">
              <a:lnSpc>
                <a:spcPct val="100000"/>
              </a:lnSpc>
              <a:spcBef>
                <a:spcPts val="0"/>
              </a:spcBef>
              <a:spcAft>
                <a:spcPts val="0"/>
              </a:spcAft>
              <a:buClr>
                <a:srgbClr val="E42524"/>
              </a:buClr>
              <a:buSzPts val="5200"/>
              <a:buNone/>
              <a:defRPr sz="5200">
                <a:solidFill>
                  <a:srgbClr val="E42524"/>
                </a:solidFill>
              </a:defRPr>
            </a:lvl2pPr>
            <a:lvl3pPr lvl="2" algn="l">
              <a:lnSpc>
                <a:spcPct val="100000"/>
              </a:lnSpc>
              <a:spcBef>
                <a:spcPts val="0"/>
              </a:spcBef>
              <a:spcAft>
                <a:spcPts val="0"/>
              </a:spcAft>
              <a:buClr>
                <a:srgbClr val="E42524"/>
              </a:buClr>
              <a:buSzPts val="5200"/>
              <a:buNone/>
              <a:defRPr sz="5200">
                <a:solidFill>
                  <a:srgbClr val="E42524"/>
                </a:solidFill>
              </a:defRPr>
            </a:lvl3pPr>
            <a:lvl4pPr lvl="3" algn="l">
              <a:lnSpc>
                <a:spcPct val="100000"/>
              </a:lnSpc>
              <a:spcBef>
                <a:spcPts val="0"/>
              </a:spcBef>
              <a:spcAft>
                <a:spcPts val="0"/>
              </a:spcAft>
              <a:buClr>
                <a:srgbClr val="E42524"/>
              </a:buClr>
              <a:buSzPts val="5200"/>
              <a:buNone/>
              <a:defRPr sz="5200">
                <a:solidFill>
                  <a:srgbClr val="E42524"/>
                </a:solidFill>
              </a:defRPr>
            </a:lvl4pPr>
            <a:lvl5pPr lvl="4" algn="l">
              <a:lnSpc>
                <a:spcPct val="100000"/>
              </a:lnSpc>
              <a:spcBef>
                <a:spcPts val="0"/>
              </a:spcBef>
              <a:spcAft>
                <a:spcPts val="0"/>
              </a:spcAft>
              <a:buClr>
                <a:srgbClr val="E42524"/>
              </a:buClr>
              <a:buSzPts val="5200"/>
              <a:buNone/>
              <a:defRPr sz="5200">
                <a:solidFill>
                  <a:srgbClr val="E42524"/>
                </a:solidFill>
              </a:defRPr>
            </a:lvl5pPr>
            <a:lvl6pPr lvl="5" algn="l">
              <a:lnSpc>
                <a:spcPct val="100000"/>
              </a:lnSpc>
              <a:spcBef>
                <a:spcPts val="0"/>
              </a:spcBef>
              <a:spcAft>
                <a:spcPts val="0"/>
              </a:spcAft>
              <a:buClr>
                <a:srgbClr val="E42524"/>
              </a:buClr>
              <a:buSzPts val="5200"/>
              <a:buNone/>
              <a:defRPr sz="5200">
                <a:solidFill>
                  <a:srgbClr val="E42524"/>
                </a:solidFill>
              </a:defRPr>
            </a:lvl6pPr>
            <a:lvl7pPr lvl="6" algn="l">
              <a:lnSpc>
                <a:spcPct val="100000"/>
              </a:lnSpc>
              <a:spcBef>
                <a:spcPts val="0"/>
              </a:spcBef>
              <a:spcAft>
                <a:spcPts val="0"/>
              </a:spcAft>
              <a:buClr>
                <a:srgbClr val="E42524"/>
              </a:buClr>
              <a:buSzPts val="5200"/>
              <a:buNone/>
              <a:defRPr sz="5200">
                <a:solidFill>
                  <a:srgbClr val="E42524"/>
                </a:solidFill>
              </a:defRPr>
            </a:lvl7pPr>
            <a:lvl8pPr lvl="7" algn="l">
              <a:lnSpc>
                <a:spcPct val="100000"/>
              </a:lnSpc>
              <a:spcBef>
                <a:spcPts val="0"/>
              </a:spcBef>
              <a:spcAft>
                <a:spcPts val="0"/>
              </a:spcAft>
              <a:buClr>
                <a:srgbClr val="E42524"/>
              </a:buClr>
              <a:buSzPts val="5200"/>
              <a:buNone/>
              <a:defRPr sz="5200">
                <a:solidFill>
                  <a:srgbClr val="E42524"/>
                </a:solidFill>
              </a:defRPr>
            </a:lvl8pPr>
            <a:lvl9pPr lvl="8" algn="l">
              <a:lnSpc>
                <a:spcPct val="100000"/>
              </a:lnSpc>
              <a:spcBef>
                <a:spcPts val="0"/>
              </a:spcBef>
              <a:spcAft>
                <a:spcPts val="0"/>
              </a:spcAft>
              <a:buClr>
                <a:srgbClr val="E42524"/>
              </a:buClr>
              <a:buSzPts val="5200"/>
              <a:buNone/>
              <a:defRPr sz="5200">
                <a:solidFill>
                  <a:srgbClr val="E42524"/>
                </a:solidFill>
              </a:defRPr>
            </a:lvl9pPr>
          </a:lstStyle>
          <a:p/>
        </p:txBody>
      </p:sp>
      <p:sp>
        <p:nvSpPr>
          <p:cNvPr id="13" name="Google Shape;13;p2"/>
          <p:cNvSpPr txBox="1"/>
          <p:nvPr>
            <p:ph idx="2" type="subTitle"/>
          </p:nvPr>
        </p:nvSpPr>
        <p:spPr>
          <a:xfrm>
            <a:off x="447725" y="3020700"/>
            <a:ext cx="7233600" cy="845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4" name="Google Shape;14;p2"/>
          <p:cNvPicPr preferRelativeResize="0"/>
          <p:nvPr/>
        </p:nvPicPr>
        <p:blipFill rotWithShape="1">
          <a:blip r:embed="rId2">
            <a:alphaModFix/>
          </a:blip>
          <a:srcRect b="0" l="0" r="0" t="0"/>
          <a:stretch/>
        </p:blipFill>
        <p:spPr>
          <a:xfrm>
            <a:off x="5895600" y="152400"/>
            <a:ext cx="2715887" cy="2715887"/>
          </a:xfrm>
          <a:prstGeom prst="rect">
            <a:avLst/>
          </a:prstGeom>
          <a:noFill/>
          <a:ln>
            <a:noFill/>
          </a:ln>
        </p:spPr>
      </p:pic>
      <p:pic>
        <p:nvPicPr>
          <p:cNvPr id="15" name="Google Shape;15;p2"/>
          <p:cNvPicPr preferRelativeResize="0"/>
          <p:nvPr/>
        </p:nvPicPr>
        <p:blipFill rotWithShape="1">
          <a:blip r:embed="rId3">
            <a:alphaModFix/>
          </a:blip>
          <a:srcRect b="0" l="0" r="0" t="0"/>
          <a:stretch/>
        </p:blipFill>
        <p:spPr>
          <a:xfrm>
            <a:off x="3822200" y="866400"/>
            <a:ext cx="5143501" cy="5143501"/>
          </a:xfrm>
          <a:prstGeom prst="rect">
            <a:avLst/>
          </a:prstGeom>
          <a:noFill/>
          <a:ln>
            <a:noFill/>
          </a:ln>
        </p:spPr>
      </p:pic>
      <p:pic>
        <p:nvPicPr>
          <p:cNvPr id="16" name="Google Shape;16;p2"/>
          <p:cNvPicPr preferRelativeResize="0"/>
          <p:nvPr/>
        </p:nvPicPr>
        <p:blipFill rotWithShape="1">
          <a:blip r:embed="rId4">
            <a:alphaModFix/>
          </a:blip>
          <a:srcRect b="0" l="0" r="0" t="0"/>
          <a:stretch/>
        </p:blipFill>
        <p:spPr>
          <a:xfrm>
            <a:off x="6910625" y="3678151"/>
            <a:ext cx="2130598" cy="2130598"/>
          </a:xfrm>
          <a:prstGeom prst="rect">
            <a:avLst/>
          </a:prstGeom>
          <a:noFill/>
          <a:ln>
            <a:noFill/>
          </a:ln>
        </p:spPr>
      </p:pic>
      <p:pic>
        <p:nvPicPr>
          <p:cNvPr id="17" name="Google Shape;17;p2"/>
          <p:cNvPicPr preferRelativeResize="0"/>
          <p:nvPr/>
        </p:nvPicPr>
        <p:blipFill rotWithShape="1">
          <a:blip r:embed="rId5">
            <a:alphaModFix/>
          </a:blip>
          <a:srcRect b="0" l="0" r="0" t="0"/>
          <a:stretch/>
        </p:blipFill>
        <p:spPr>
          <a:xfrm>
            <a:off x="447724" y="4556824"/>
            <a:ext cx="2512000" cy="295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2">
  <p:cSld name="CUSTOM_1">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0" l="0" r="0" t="0"/>
          <a:stretch/>
        </p:blipFill>
        <p:spPr>
          <a:xfrm>
            <a:off x="-1953725" y="-15775"/>
            <a:ext cx="5143501" cy="5175052"/>
          </a:xfrm>
          <a:prstGeom prst="rect">
            <a:avLst/>
          </a:prstGeom>
          <a:noFill/>
          <a:ln>
            <a:noFill/>
          </a:ln>
        </p:spPr>
      </p:pic>
      <p:sp>
        <p:nvSpPr>
          <p:cNvPr id="20" name="Google Shape;20;p3"/>
          <p:cNvSpPr txBox="1"/>
          <p:nvPr>
            <p:ph type="ctrTitle"/>
          </p:nvPr>
        </p:nvSpPr>
        <p:spPr>
          <a:xfrm>
            <a:off x="3822200" y="630000"/>
            <a:ext cx="48303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21" name="Google Shape;21;p3"/>
          <p:cNvSpPr txBox="1"/>
          <p:nvPr>
            <p:ph idx="1" type="subTitle"/>
          </p:nvPr>
        </p:nvSpPr>
        <p:spPr>
          <a:xfrm>
            <a:off x="3822200" y="2669950"/>
            <a:ext cx="48303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1">
  <p:cSld name="CUSTOM">
    <p:spTree>
      <p:nvGrpSpPr>
        <p:cNvPr id="22" name="Shape 22"/>
        <p:cNvGrpSpPr/>
        <p:nvPr/>
      </p:nvGrpSpPr>
      <p:grpSpPr>
        <a:xfrm>
          <a:off x="0" y="0"/>
          <a:ext cx="0" cy="0"/>
          <a:chOff x="0" y="0"/>
          <a:chExt cx="0" cy="0"/>
        </a:xfrm>
      </p:grpSpPr>
      <p:pic>
        <p:nvPicPr>
          <p:cNvPr id="23" name="Google Shape;23;p4"/>
          <p:cNvPicPr preferRelativeResize="0"/>
          <p:nvPr/>
        </p:nvPicPr>
        <p:blipFill rotWithShape="1">
          <a:blip r:embed="rId2">
            <a:alphaModFix/>
          </a:blip>
          <a:srcRect b="0" l="0" r="0" t="0"/>
          <a:stretch/>
        </p:blipFill>
        <p:spPr>
          <a:xfrm>
            <a:off x="-1961000" y="-15775"/>
            <a:ext cx="5175052" cy="5175052"/>
          </a:xfrm>
          <a:prstGeom prst="rect">
            <a:avLst/>
          </a:prstGeom>
          <a:noFill/>
          <a:ln>
            <a:noFill/>
          </a:ln>
        </p:spPr>
      </p:pic>
      <p:sp>
        <p:nvSpPr>
          <p:cNvPr id="24" name="Google Shape;24;p4"/>
          <p:cNvSpPr txBox="1"/>
          <p:nvPr>
            <p:ph type="ctrTitle"/>
          </p:nvPr>
        </p:nvSpPr>
        <p:spPr>
          <a:xfrm>
            <a:off x="3822200" y="630000"/>
            <a:ext cx="48303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25" name="Google Shape;25;p4"/>
          <p:cNvSpPr txBox="1"/>
          <p:nvPr>
            <p:ph idx="1" type="subTitle"/>
          </p:nvPr>
        </p:nvSpPr>
        <p:spPr>
          <a:xfrm>
            <a:off x="3822200" y="2669950"/>
            <a:ext cx="48303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3">
  <p:cSld name="CUSTOM_2">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0" l="308" r="298" t="0"/>
          <a:stretch/>
        </p:blipFill>
        <p:spPr>
          <a:xfrm>
            <a:off x="-1962175" y="-15775"/>
            <a:ext cx="5143501" cy="5175052"/>
          </a:xfrm>
          <a:prstGeom prst="rect">
            <a:avLst/>
          </a:prstGeom>
          <a:noFill/>
          <a:ln>
            <a:noFill/>
          </a:ln>
        </p:spPr>
      </p:pic>
      <p:sp>
        <p:nvSpPr>
          <p:cNvPr id="28" name="Google Shape;28;p5"/>
          <p:cNvSpPr txBox="1"/>
          <p:nvPr>
            <p:ph type="ctrTitle"/>
          </p:nvPr>
        </p:nvSpPr>
        <p:spPr>
          <a:xfrm>
            <a:off x="3822200" y="630000"/>
            <a:ext cx="48303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29" name="Google Shape;29;p5"/>
          <p:cNvSpPr txBox="1"/>
          <p:nvPr>
            <p:ph idx="1" type="subTitle"/>
          </p:nvPr>
        </p:nvSpPr>
        <p:spPr>
          <a:xfrm>
            <a:off x="3822200" y="2669950"/>
            <a:ext cx="48303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TITLE_4_1">
    <p:spTree>
      <p:nvGrpSpPr>
        <p:cNvPr id="30" name="Shape 30"/>
        <p:cNvGrpSpPr/>
        <p:nvPr/>
      </p:nvGrpSpPr>
      <p:grpSpPr>
        <a:xfrm>
          <a:off x="0" y="0"/>
          <a:ext cx="0" cy="0"/>
          <a:chOff x="0" y="0"/>
          <a:chExt cx="0" cy="0"/>
        </a:xfrm>
      </p:grpSpPr>
      <p:sp>
        <p:nvSpPr>
          <p:cNvPr id="31" name="Google Shape;31;p6"/>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6"/>
          <p:cNvSpPr txBox="1"/>
          <p:nvPr>
            <p:ph idx="1" type="body"/>
          </p:nvPr>
        </p:nvSpPr>
        <p:spPr>
          <a:xfrm>
            <a:off x="638675" y="1089250"/>
            <a:ext cx="5790900" cy="3114900"/>
          </a:xfrm>
          <a:prstGeom prst="rect">
            <a:avLst/>
          </a:prstGeom>
          <a:noFill/>
          <a:ln>
            <a:noFill/>
          </a:ln>
        </p:spPr>
        <p:txBody>
          <a:bodyPr anchorCtr="0" anchor="t" bIns="0" lIns="0" spcFirstLastPara="1" rIns="0" wrap="square" tIns="0">
            <a:noAutofit/>
          </a:bodyPr>
          <a:lstStyle>
            <a:lvl1pPr indent="-381000" lvl="0" marL="457200" algn="l">
              <a:lnSpc>
                <a:spcPct val="115000"/>
              </a:lnSpc>
              <a:spcBef>
                <a:spcPts val="0"/>
              </a:spcBef>
              <a:spcAft>
                <a:spcPts val="0"/>
              </a:spcAft>
              <a:buSzPts val="2400"/>
              <a:buChar char="●"/>
              <a:defRPr/>
            </a:lvl1pPr>
            <a:lvl2pPr indent="-342900" lvl="1" marL="914400" algn="l">
              <a:lnSpc>
                <a:spcPct val="115000"/>
              </a:lnSpc>
              <a:spcBef>
                <a:spcPts val="1600"/>
              </a:spcBef>
              <a:spcAft>
                <a:spcPts val="0"/>
              </a:spcAft>
              <a:buSzPts val="1800"/>
              <a:buChar char="○"/>
              <a:defRPr/>
            </a:lvl2pPr>
            <a:lvl3pPr indent="-330200" lvl="2" marL="1371600" algn="l">
              <a:lnSpc>
                <a:spcPct val="115000"/>
              </a:lnSpc>
              <a:spcBef>
                <a:spcPts val="1600"/>
              </a:spcBef>
              <a:spcAft>
                <a:spcPts val="0"/>
              </a:spcAft>
              <a:buSzPts val="1600"/>
              <a:buChar char="■"/>
              <a:defRPr/>
            </a:lvl3pPr>
            <a:lvl4pPr indent="-311150" lvl="3" marL="1828800" algn="l">
              <a:lnSpc>
                <a:spcPct val="115000"/>
              </a:lnSpc>
              <a:spcBef>
                <a:spcPts val="1600"/>
              </a:spcBef>
              <a:spcAft>
                <a:spcPts val="0"/>
              </a:spcAft>
              <a:buSzPts val="1300"/>
              <a:buChar char="●"/>
              <a:defRPr/>
            </a:lvl4pPr>
            <a:lvl5pPr indent="-292100" lvl="4" marL="2286000" algn="l">
              <a:lnSpc>
                <a:spcPct val="115000"/>
              </a:lnSpc>
              <a:spcBef>
                <a:spcPts val="1600"/>
              </a:spcBef>
              <a:spcAft>
                <a:spcPts val="0"/>
              </a:spcAft>
              <a:buSzPts val="1000"/>
              <a:buChar char="○"/>
              <a:defRPr/>
            </a:lvl5pPr>
            <a:lvl6pPr indent="-279400" lvl="5" marL="2743200" algn="l">
              <a:lnSpc>
                <a:spcPct val="115000"/>
              </a:lnSpc>
              <a:spcBef>
                <a:spcPts val="1600"/>
              </a:spcBef>
              <a:spcAft>
                <a:spcPts val="0"/>
              </a:spcAft>
              <a:buSzPts val="800"/>
              <a:buChar char="■"/>
              <a:defRPr/>
            </a:lvl6pPr>
            <a:lvl7pPr indent="-279400" lvl="6" marL="3200400" algn="l">
              <a:lnSpc>
                <a:spcPct val="115000"/>
              </a:lnSpc>
              <a:spcBef>
                <a:spcPts val="1600"/>
              </a:spcBef>
              <a:spcAft>
                <a:spcPts val="0"/>
              </a:spcAft>
              <a:buSzPts val="800"/>
              <a:buChar char="●"/>
              <a:defRPr/>
            </a:lvl7pPr>
            <a:lvl8pPr indent="-279400" lvl="7" marL="3657600" algn="l">
              <a:lnSpc>
                <a:spcPct val="115000"/>
              </a:lnSpc>
              <a:spcBef>
                <a:spcPts val="1600"/>
              </a:spcBef>
              <a:spcAft>
                <a:spcPts val="0"/>
              </a:spcAft>
              <a:buSzPts val="800"/>
              <a:buChar char="○"/>
              <a:defRPr/>
            </a:lvl8pPr>
            <a:lvl9pPr indent="-279400" lvl="8" marL="4114800" algn="l">
              <a:lnSpc>
                <a:spcPct val="115000"/>
              </a:lnSpc>
              <a:spcBef>
                <a:spcPts val="1600"/>
              </a:spcBef>
              <a:spcAft>
                <a:spcPts val="1600"/>
              </a:spcAft>
              <a:buSzPts val="800"/>
              <a:buChar char="■"/>
              <a:defRPr/>
            </a:lvl9pPr>
          </a:lstStyle>
          <a:p/>
        </p:txBody>
      </p:sp>
      <p:sp>
        <p:nvSpPr>
          <p:cNvPr id="33" name="Google Shape;33;p6"/>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pic>
        <p:nvPicPr>
          <p:cNvPr id="34" name="Google Shape;34;p6"/>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35" name="Google Shape;35;p6"/>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36" name="Google Shape;36;p6"/>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37" name="Google Shape;37;p6"/>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38" name="Google Shape;38;p6"/>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Tree>
  </p:cSld>
  <p:clrMapOvr>
    <a:masterClrMapping/>
  </p:clrMapOvr>
  <p:extLst>
    <p:ext uri="{DCECCB84-F9BA-43D5-87BE-67443E8EF086}">
      <p15:sldGuideLst>
        <p15:guide id="1" pos="5358">
          <p15:clr>
            <a:srgbClr val="FA7B17"/>
          </p15:clr>
        </p15:guide>
        <p15:guide id="2" pos="402">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hoto">
  <p:cSld name="TITLE_4_1_1_1">
    <p:spTree>
      <p:nvGrpSpPr>
        <p:cNvPr id="39" name="Shape 39"/>
        <p:cNvGrpSpPr/>
        <p:nvPr/>
      </p:nvGrpSpPr>
      <p:grpSpPr>
        <a:xfrm>
          <a:off x="0" y="0"/>
          <a:ext cx="0" cy="0"/>
          <a:chOff x="0" y="0"/>
          <a:chExt cx="0" cy="0"/>
        </a:xfrm>
      </p:grpSpPr>
      <p:sp>
        <p:nvSpPr>
          <p:cNvPr id="40" name="Google Shape;40;p7"/>
          <p:cNvSpPr/>
          <p:nvPr>
            <p:ph idx="2" type="pic"/>
          </p:nvPr>
        </p:nvSpPr>
        <p:spPr>
          <a:xfrm>
            <a:off x="3436275" y="-101925"/>
            <a:ext cx="5839800" cy="5470500"/>
          </a:xfrm>
          <a:prstGeom prst="rect">
            <a:avLst/>
          </a:prstGeom>
          <a:noFill/>
          <a:ln>
            <a:noFill/>
          </a:ln>
        </p:spPr>
      </p:sp>
      <p:pic>
        <p:nvPicPr>
          <p:cNvPr id="41" name="Google Shape;41;p7"/>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42" name="Google Shape;42;p7"/>
          <p:cNvSpPr txBox="1"/>
          <p:nvPr>
            <p:ph type="title"/>
          </p:nvPr>
        </p:nvSpPr>
        <p:spPr>
          <a:xfrm>
            <a:off x="633375" y="662500"/>
            <a:ext cx="2414700" cy="1056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7"/>
          <p:cNvSpPr txBox="1"/>
          <p:nvPr>
            <p:ph idx="3" type="title"/>
          </p:nvPr>
        </p:nvSpPr>
        <p:spPr>
          <a:xfrm>
            <a:off x="633375" y="1897100"/>
            <a:ext cx="2414700" cy="22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300"/>
              <a:buNone/>
              <a:defRPr sz="1300">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399">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hotos">
  <p:cSld name="TITLE_4_1_1_1_1">
    <p:spTree>
      <p:nvGrpSpPr>
        <p:cNvPr id="44" name="Shape 44"/>
        <p:cNvGrpSpPr/>
        <p:nvPr/>
      </p:nvGrpSpPr>
      <p:grpSpPr>
        <a:xfrm>
          <a:off x="0" y="0"/>
          <a:ext cx="0" cy="0"/>
          <a:chOff x="0" y="0"/>
          <a:chExt cx="0" cy="0"/>
        </a:xfrm>
      </p:grpSpPr>
      <p:sp>
        <p:nvSpPr>
          <p:cNvPr id="45" name="Google Shape;45;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46" name="Google Shape;46;p8"/>
          <p:cNvSpPr/>
          <p:nvPr>
            <p:ph idx="2" type="pic"/>
          </p:nvPr>
        </p:nvSpPr>
        <p:spPr>
          <a:xfrm>
            <a:off x="3415100" y="2578600"/>
            <a:ext cx="5808900" cy="2730000"/>
          </a:xfrm>
          <a:prstGeom prst="rect">
            <a:avLst/>
          </a:prstGeom>
          <a:noFill/>
          <a:ln cap="flat" cmpd="sng" w="76200">
            <a:solidFill>
              <a:schemeClr val="lt1"/>
            </a:solidFill>
            <a:prstDash val="solid"/>
            <a:round/>
            <a:headEnd len="sm" w="sm" type="none"/>
            <a:tailEnd len="sm" w="sm" type="none"/>
          </a:ln>
        </p:spPr>
      </p:sp>
      <p:sp>
        <p:nvSpPr>
          <p:cNvPr id="47" name="Google Shape;47;p8"/>
          <p:cNvSpPr/>
          <p:nvPr>
            <p:ph idx="3" type="pic"/>
          </p:nvPr>
        </p:nvSpPr>
        <p:spPr>
          <a:xfrm>
            <a:off x="3415100" y="-123775"/>
            <a:ext cx="3399300" cy="2637000"/>
          </a:xfrm>
          <a:prstGeom prst="rect">
            <a:avLst/>
          </a:prstGeom>
          <a:noFill/>
          <a:ln cap="flat" cmpd="sng" w="76200">
            <a:solidFill>
              <a:schemeClr val="lt1"/>
            </a:solidFill>
            <a:prstDash val="solid"/>
            <a:round/>
            <a:headEnd len="sm" w="sm" type="none"/>
            <a:tailEnd len="sm" w="sm" type="none"/>
          </a:ln>
        </p:spPr>
      </p:sp>
      <p:sp>
        <p:nvSpPr>
          <p:cNvPr id="48" name="Google Shape;48;p8"/>
          <p:cNvSpPr/>
          <p:nvPr>
            <p:ph idx="4" type="pic"/>
          </p:nvPr>
        </p:nvSpPr>
        <p:spPr>
          <a:xfrm>
            <a:off x="6901675" y="-123775"/>
            <a:ext cx="2322300" cy="2637000"/>
          </a:xfrm>
          <a:prstGeom prst="rect">
            <a:avLst/>
          </a:prstGeom>
          <a:noFill/>
          <a:ln cap="flat" cmpd="sng" w="76200">
            <a:solidFill>
              <a:schemeClr val="lt1"/>
            </a:solidFill>
            <a:prstDash val="solid"/>
            <a:round/>
            <a:headEnd len="sm" w="sm" type="none"/>
            <a:tailEnd len="sm" w="sm" type="none"/>
          </a:ln>
        </p:spPr>
      </p:sp>
      <p:pic>
        <p:nvPicPr>
          <p:cNvPr id="49" name="Google Shape;49;p8"/>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50" name="Google Shape;50;p8"/>
          <p:cNvSpPr txBox="1"/>
          <p:nvPr>
            <p:ph type="title"/>
          </p:nvPr>
        </p:nvSpPr>
        <p:spPr>
          <a:xfrm>
            <a:off x="633375" y="662500"/>
            <a:ext cx="2414700" cy="1056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p8"/>
          <p:cNvSpPr txBox="1"/>
          <p:nvPr>
            <p:ph idx="5" type="title"/>
          </p:nvPr>
        </p:nvSpPr>
        <p:spPr>
          <a:xfrm>
            <a:off x="633375" y="1897100"/>
            <a:ext cx="2414700" cy="22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300"/>
              <a:buNone/>
              <a:defRPr sz="1300">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p:cSld name="TITLE_4_1_1">
    <p:spTree>
      <p:nvGrpSpPr>
        <p:cNvPr id="52" name="Shape 52"/>
        <p:cNvGrpSpPr/>
        <p:nvPr/>
      </p:nvGrpSpPr>
      <p:grpSpPr>
        <a:xfrm>
          <a:off x="0" y="0"/>
          <a:ext cx="0" cy="0"/>
          <a:chOff x="0" y="0"/>
          <a:chExt cx="0" cy="0"/>
        </a:xfrm>
      </p:grpSpPr>
      <p:sp>
        <p:nvSpPr>
          <p:cNvPr id="53" name="Google Shape;53;p9"/>
          <p:cNvSpPr txBox="1"/>
          <p:nvPr>
            <p:ph type="title"/>
          </p:nvPr>
        </p:nvSpPr>
        <p:spPr>
          <a:xfrm>
            <a:off x="606225" y="269300"/>
            <a:ext cx="8382000" cy="859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4" name="Google Shape;54;p9"/>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55" name="Google Shape;55;p9"/>
          <p:cNvSpPr txBox="1"/>
          <p:nvPr>
            <p:ph idx="1" type="body"/>
          </p:nvPr>
        </p:nvSpPr>
        <p:spPr>
          <a:xfrm>
            <a:off x="638675" y="1089250"/>
            <a:ext cx="3183600" cy="3114900"/>
          </a:xfrm>
          <a:prstGeom prst="rect">
            <a:avLst/>
          </a:prstGeom>
          <a:noFill/>
          <a:ln>
            <a:noFill/>
          </a:ln>
        </p:spPr>
        <p:txBody>
          <a:bodyPr anchorCtr="0" anchor="t" bIns="0" lIns="0" spcFirstLastPara="1" rIns="0" wrap="square" tIns="0">
            <a:noAutofit/>
          </a:bodyPr>
          <a:lstStyle>
            <a:lvl1pPr indent="-381000" lvl="0" marL="457200" algn="l">
              <a:lnSpc>
                <a:spcPct val="115000"/>
              </a:lnSpc>
              <a:spcBef>
                <a:spcPts val="0"/>
              </a:spcBef>
              <a:spcAft>
                <a:spcPts val="0"/>
              </a:spcAft>
              <a:buSzPts val="2400"/>
              <a:buChar char="●"/>
              <a:defRPr/>
            </a:lvl1pPr>
            <a:lvl2pPr indent="-342900" lvl="1" marL="914400" algn="l">
              <a:lnSpc>
                <a:spcPct val="115000"/>
              </a:lnSpc>
              <a:spcBef>
                <a:spcPts val="1600"/>
              </a:spcBef>
              <a:spcAft>
                <a:spcPts val="0"/>
              </a:spcAft>
              <a:buSzPts val="1800"/>
              <a:buChar char="○"/>
              <a:defRPr/>
            </a:lvl2pPr>
            <a:lvl3pPr indent="-330200" lvl="2" marL="1371600" algn="l">
              <a:lnSpc>
                <a:spcPct val="115000"/>
              </a:lnSpc>
              <a:spcBef>
                <a:spcPts val="1600"/>
              </a:spcBef>
              <a:spcAft>
                <a:spcPts val="0"/>
              </a:spcAft>
              <a:buSzPts val="1600"/>
              <a:buChar char="■"/>
              <a:defRPr/>
            </a:lvl3pPr>
            <a:lvl4pPr indent="-311150" lvl="3" marL="1828800" algn="l">
              <a:lnSpc>
                <a:spcPct val="115000"/>
              </a:lnSpc>
              <a:spcBef>
                <a:spcPts val="1600"/>
              </a:spcBef>
              <a:spcAft>
                <a:spcPts val="0"/>
              </a:spcAft>
              <a:buSzPts val="1300"/>
              <a:buChar char="●"/>
              <a:defRPr/>
            </a:lvl4pPr>
            <a:lvl5pPr indent="-292100" lvl="4" marL="2286000" algn="l">
              <a:lnSpc>
                <a:spcPct val="115000"/>
              </a:lnSpc>
              <a:spcBef>
                <a:spcPts val="1600"/>
              </a:spcBef>
              <a:spcAft>
                <a:spcPts val="0"/>
              </a:spcAft>
              <a:buSzPts val="1000"/>
              <a:buChar char="○"/>
              <a:defRPr/>
            </a:lvl5pPr>
            <a:lvl6pPr indent="-279400" lvl="5" marL="2743200" algn="l">
              <a:lnSpc>
                <a:spcPct val="115000"/>
              </a:lnSpc>
              <a:spcBef>
                <a:spcPts val="1600"/>
              </a:spcBef>
              <a:spcAft>
                <a:spcPts val="0"/>
              </a:spcAft>
              <a:buSzPts val="800"/>
              <a:buChar char="■"/>
              <a:defRPr/>
            </a:lvl6pPr>
            <a:lvl7pPr indent="-279400" lvl="6" marL="3200400" algn="l">
              <a:lnSpc>
                <a:spcPct val="115000"/>
              </a:lnSpc>
              <a:spcBef>
                <a:spcPts val="1600"/>
              </a:spcBef>
              <a:spcAft>
                <a:spcPts val="0"/>
              </a:spcAft>
              <a:buSzPts val="800"/>
              <a:buChar char="●"/>
              <a:defRPr/>
            </a:lvl7pPr>
            <a:lvl8pPr indent="-279400" lvl="7" marL="3657600" algn="l">
              <a:lnSpc>
                <a:spcPct val="115000"/>
              </a:lnSpc>
              <a:spcBef>
                <a:spcPts val="1600"/>
              </a:spcBef>
              <a:spcAft>
                <a:spcPts val="0"/>
              </a:spcAft>
              <a:buSzPts val="800"/>
              <a:buChar char="○"/>
              <a:defRPr/>
            </a:lvl8pPr>
            <a:lvl9pPr indent="-279400" lvl="8" marL="4114800" algn="l">
              <a:lnSpc>
                <a:spcPct val="115000"/>
              </a:lnSpc>
              <a:spcBef>
                <a:spcPts val="1600"/>
              </a:spcBef>
              <a:spcAft>
                <a:spcPts val="1600"/>
              </a:spcAft>
              <a:buSzPts val="800"/>
              <a:buChar char="■"/>
              <a:defRPr/>
            </a:lvl9pPr>
          </a:lstStyle>
          <a:p/>
        </p:txBody>
      </p:sp>
      <p:sp>
        <p:nvSpPr>
          <p:cNvPr id="56" name="Google Shape;56;p9"/>
          <p:cNvSpPr txBox="1"/>
          <p:nvPr>
            <p:ph idx="2" type="body"/>
          </p:nvPr>
        </p:nvSpPr>
        <p:spPr>
          <a:xfrm>
            <a:off x="4089400" y="1089250"/>
            <a:ext cx="3183600" cy="3114900"/>
          </a:xfrm>
          <a:prstGeom prst="rect">
            <a:avLst/>
          </a:prstGeom>
          <a:noFill/>
          <a:ln>
            <a:noFill/>
          </a:ln>
        </p:spPr>
        <p:txBody>
          <a:bodyPr anchorCtr="0" anchor="t" bIns="0" lIns="0" spcFirstLastPara="1" rIns="0" wrap="square" tIns="0">
            <a:noAutofit/>
          </a:bodyPr>
          <a:lstStyle>
            <a:lvl1pPr indent="-381000" lvl="0" marL="457200" algn="l">
              <a:lnSpc>
                <a:spcPct val="115000"/>
              </a:lnSpc>
              <a:spcBef>
                <a:spcPts val="0"/>
              </a:spcBef>
              <a:spcAft>
                <a:spcPts val="0"/>
              </a:spcAft>
              <a:buSzPts val="2400"/>
              <a:buChar char="●"/>
              <a:defRPr/>
            </a:lvl1pPr>
            <a:lvl2pPr indent="-342900" lvl="1" marL="914400" algn="l">
              <a:lnSpc>
                <a:spcPct val="115000"/>
              </a:lnSpc>
              <a:spcBef>
                <a:spcPts val="1600"/>
              </a:spcBef>
              <a:spcAft>
                <a:spcPts val="0"/>
              </a:spcAft>
              <a:buSzPts val="1800"/>
              <a:buChar char="○"/>
              <a:defRPr/>
            </a:lvl2pPr>
            <a:lvl3pPr indent="-330200" lvl="2" marL="1371600" algn="l">
              <a:lnSpc>
                <a:spcPct val="115000"/>
              </a:lnSpc>
              <a:spcBef>
                <a:spcPts val="1600"/>
              </a:spcBef>
              <a:spcAft>
                <a:spcPts val="0"/>
              </a:spcAft>
              <a:buSzPts val="1600"/>
              <a:buChar char="■"/>
              <a:defRPr/>
            </a:lvl3pPr>
            <a:lvl4pPr indent="-311150" lvl="3" marL="1828800" algn="l">
              <a:lnSpc>
                <a:spcPct val="115000"/>
              </a:lnSpc>
              <a:spcBef>
                <a:spcPts val="1600"/>
              </a:spcBef>
              <a:spcAft>
                <a:spcPts val="0"/>
              </a:spcAft>
              <a:buSzPts val="1300"/>
              <a:buChar char="●"/>
              <a:defRPr/>
            </a:lvl4pPr>
            <a:lvl5pPr indent="-292100" lvl="4" marL="2286000" algn="l">
              <a:lnSpc>
                <a:spcPct val="115000"/>
              </a:lnSpc>
              <a:spcBef>
                <a:spcPts val="1600"/>
              </a:spcBef>
              <a:spcAft>
                <a:spcPts val="0"/>
              </a:spcAft>
              <a:buSzPts val="1000"/>
              <a:buChar char="○"/>
              <a:defRPr/>
            </a:lvl5pPr>
            <a:lvl6pPr indent="-279400" lvl="5" marL="2743200" algn="l">
              <a:lnSpc>
                <a:spcPct val="115000"/>
              </a:lnSpc>
              <a:spcBef>
                <a:spcPts val="1600"/>
              </a:spcBef>
              <a:spcAft>
                <a:spcPts val="0"/>
              </a:spcAft>
              <a:buSzPts val="800"/>
              <a:buChar char="■"/>
              <a:defRPr/>
            </a:lvl6pPr>
            <a:lvl7pPr indent="-279400" lvl="6" marL="3200400" algn="l">
              <a:lnSpc>
                <a:spcPct val="115000"/>
              </a:lnSpc>
              <a:spcBef>
                <a:spcPts val="1600"/>
              </a:spcBef>
              <a:spcAft>
                <a:spcPts val="0"/>
              </a:spcAft>
              <a:buSzPts val="800"/>
              <a:buChar char="●"/>
              <a:defRPr/>
            </a:lvl7pPr>
            <a:lvl8pPr indent="-279400" lvl="7" marL="3657600" algn="l">
              <a:lnSpc>
                <a:spcPct val="115000"/>
              </a:lnSpc>
              <a:spcBef>
                <a:spcPts val="1600"/>
              </a:spcBef>
              <a:spcAft>
                <a:spcPts val="0"/>
              </a:spcAft>
              <a:buSzPts val="800"/>
              <a:buChar char="○"/>
              <a:defRPr/>
            </a:lvl8pPr>
            <a:lvl9pPr indent="-279400" lvl="8" marL="4114800" algn="l">
              <a:lnSpc>
                <a:spcPct val="115000"/>
              </a:lnSpc>
              <a:spcBef>
                <a:spcPts val="1600"/>
              </a:spcBef>
              <a:spcAft>
                <a:spcPts val="1600"/>
              </a:spcAft>
              <a:buSzPts val="800"/>
              <a:buChar char="■"/>
              <a:defRPr/>
            </a:lvl9pPr>
          </a:lstStyle>
          <a:p/>
        </p:txBody>
      </p:sp>
      <p:sp>
        <p:nvSpPr>
          <p:cNvPr id="57" name="Google Shape;57;p9"/>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58" name="Google Shape;58;p9"/>
          <p:cNvSpPr txBox="1"/>
          <p:nvPr>
            <p:ph idx="3"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Clr>
                <a:schemeClr val="dk1"/>
              </a:buClr>
              <a:buSzPts val="1800"/>
              <a:buNone/>
              <a:defRPr>
                <a:solidFill>
                  <a:schemeClr val="dk1"/>
                </a:solidFill>
              </a:defRPr>
            </a:lvl2pPr>
            <a:lvl3pPr lvl="2" algn="l">
              <a:lnSpc>
                <a:spcPct val="115000"/>
              </a:lnSpc>
              <a:spcBef>
                <a:spcPts val="1600"/>
              </a:spcBef>
              <a:spcAft>
                <a:spcPts val="0"/>
              </a:spcAft>
              <a:buClr>
                <a:schemeClr val="dk1"/>
              </a:buClr>
              <a:buSzPts val="1600"/>
              <a:buNone/>
              <a:defRPr>
                <a:solidFill>
                  <a:schemeClr val="dk1"/>
                </a:solidFill>
              </a:defRPr>
            </a:lvl3pPr>
            <a:lvl4pPr lvl="3" algn="l">
              <a:lnSpc>
                <a:spcPct val="115000"/>
              </a:lnSpc>
              <a:spcBef>
                <a:spcPts val="1600"/>
              </a:spcBef>
              <a:spcAft>
                <a:spcPts val="0"/>
              </a:spcAft>
              <a:buClr>
                <a:schemeClr val="dk1"/>
              </a:buClr>
              <a:buSzPts val="1300"/>
              <a:buNone/>
              <a:defRPr>
                <a:solidFill>
                  <a:schemeClr val="dk1"/>
                </a:solidFill>
              </a:defRPr>
            </a:lvl4pPr>
            <a:lvl5pPr lvl="4" algn="l">
              <a:lnSpc>
                <a:spcPct val="115000"/>
              </a:lnSpc>
              <a:spcBef>
                <a:spcPts val="1600"/>
              </a:spcBef>
              <a:spcAft>
                <a:spcPts val="0"/>
              </a:spcAft>
              <a:buClr>
                <a:schemeClr val="dk1"/>
              </a:buClr>
              <a:buSzPts val="1000"/>
              <a:buNone/>
              <a:defRPr>
                <a:solidFill>
                  <a:schemeClr val="dk1"/>
                </a:solidFill>
              </a:defRPr>
            </a:lvl5pPr>
            <a:lvl6pPr lvl="5" algn="l">
              <a:lnSpc>
                <a:spcPct val="115000"/>
              </a:lnSpc>
              <a:spcBef>
                <a:spcPts val="1600"/>
              </a:spcBef>
              <a:spcAft>
                <a:spcPts val="0"/>
              </a:spcAft>
              <a:buClr>
                <a:schemeClr val="dk1"/>
              </a:buClr>
              <a:buSzPts val="800"/>
              <a:buNone/>
              <a:defRPr>
                <a:solidFill>
                  <a:schemeClr val="dk1"/>
                </a:solidFill>
              </a:defRPr>
            </a:lvl6pPr>
            <a:lvl7pPr lvl="6" algn="l">
              <a:lnSpc>
                <a:spcPct val="115000"/>
              </a:lnSpc>
              <a:spcBef>
                <a:spcPts val="1600"/>
              </a:spcBef>
              <a:spcAft>
                <a:spcPts val="0"/>
              </a:spcAft>
              <a:buClr>
                <a:schemeClr val="dk1"/>
              </a:buClr>
              <a:buSzPts val="800"/>
              <a:buNone/>
              <a:defRPr>
                <a:solidFill>
                  <a:schemeClr val="dk1"/>
                </a:solidFill>
              </a:defRPr>
            </a:lvl7pPr>
            <a:lvl8pPr lvl="7" algn="l">
              <a:lnSpc>
                <a:spcPct val="115000"/>
              </a:lnSpc>
              <a:spcBef>
                <a:spcPts val="1600"/>
              </a:spcBef>
              <a:spcAft>
                <a:spcPts val="0"/>
              </a:spcAft>
              <a:buClr>
                <a:schemeClr val="dk1"/>
              </a:buClr>
              <a:buSzPts val="800"/>
              <a:buNone/>
              <a:defRPr>
                <a:solidFill>
                  <a:schemeClr val="dk1"/>
                </a:solidFill>
              </a:defRPr>
            </a:lvl8pPr>
            <a:lvl9pPr lvl="8" algn="l">
              <a:lnSpc>
                <a:spcPct val="115000"/>
              </a:lnSpc>
              <a:spcBef>
                <a:spcPts val="1600"/>
              </a:spcBef>
              <a:spcAft>
                <a:spcPts val="1600"/>
              </a:spcAft>
              <a:buClr>
                <a:schemeClr val="dk1"/>
              </a:buClr>
              <a:buSzPts val="800"/>
              <a:buNone/>
              <a:defRPr>
                <a:solidFill>
                  <a:schemeClr val="dk1"/>
                </a:solidFill>
              </a:defRPr>
            </a:lvl9pPr>
          </a:lstStyle>
          <a:p/>
        </p:txBody>
      </p:sp>
      <p:pic>
        <p:nvPicPr>
          <p:cNvPr id="59" name="Google Shape;59;p9"/>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60" name="Google Shape;60;p9"/>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61" name="Google Shape;61;p9"/>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elements">
  <p:cSld name="TITLE_4_1_1_2">
    <p:spTree>
      <p:nvGrpSpPr>
        <p:cNvPr id="62" name="Shape 62"/>
        <p:cNvGrpSpPr/>
        <p:nvPr/>
      </p:nvGrpSpPr>
      <p:grpSpPr>
        <a:xfrm>
          <a:off x="0" y="0"/>
          <a:ext cx="0" cy="0"/>
          <a:chOff x="0" y="0"/>
          <a:chExt cx="0" cy="0"/>
        </a:xfrm>
      </p:grpSpPr>
      <p:pic>
        <p:nvPicPr>
          <p:cNvPr id="63" name="Google Shape;63;p10"/>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64" name="Google Shape;64;p10"/>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65" name="Google Shape;65;p10"/>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dk1"/>
              </a:buClr>
              <a:buSzPts val="1200"/>
              <a:buNone/>
              <a:defRPr sz="1200">
                <a:solidFill>
                  <a:schemeClr val="dk1"/>
                </a:solidFill>
              </a:defRPr>
            </a:lvl1pPr>
            <a:lvl2pPr lvl="1" rtl="0" algn="l">
              <a:lnSpc>
                <a:spcPct val="115000"/>
              </a:lnSpc>
              <a:spcBef>
                <a:spcPts val="1600"/>
              </a:spcBef>
              <a:spcAft>
                <a:spcPts val="0"/>
              </a:spcAft>
              <a:buClr>
                <a:schemeClr val="dk1"/>
              </a:buClr>
              <a:buSzPts val="1800"/>
              <a:buNone/>
              <a:defRPr>
                <a:solidFill>
                  <a:schemeClr val="dk1"/>
                </a:solidFill>
              </a:defRPr>
            </a:lvl2pPr>
            <a:lvl3pPr lvl="2" rtl="0" algn="l">
              <a:lnSpc>
                <a:spcPct val="115000"/>
              </a:lnSpc>
              <a:spcBef>
                <a:spcPts val="1600"/>
              </a:spcBef>
              <a:spcAft>
                <a:spcPts val="0"/>
              </a:spcAft>
              <a:buClr>
                <a:schemeClr val="dk1"/>
              </a:buClr>
              <a:buSzPts val="1600"/>
              <a:buNone/>
              <a:defRPr>
                <a:solidFill>
                  <a:schemeClr val="dk1"/>
                </a:solidFill>
              </a:defRPr>
            </a:lvl3pPr>
            <a:lvl4pPr lvl="3" rtl="0" algn="l">
              <a:lnSpc>
                <a:spcPct val="115000"/>
              </a:lnSpc>
              <a:spcBef>
                <a:spcPts val="1600"/>
              </a:spcBef>
              <a:spcAft>
                <a:spcPts val="0"/>
              </a:spcAft>
              <a:buClr>
                <a:schemeClr val="dk1"/>
              </a:buClr>
              <a:buSzPts val="1300"/>
              <a:buNone/>
              <a:defRPr>
                <a:solidFill>
                  <a:schemeClr val="dk1"/>
                </a:solidFill>
              </a:defRPr>
            </a:lvl4pPr>
            <a:lvl5pPr lvl="4" rtl="0" algn="l">
              <a:lnSpc>
                <a:spcPct val="115000"/>
              </a:lnSpc>
              <a:spcBef>
                <a:spcPts val="1600"/>
              </a:spcBef>
              <a:spcAft>
                <a:spcPts val="0"/>
              </a:spcAft>
              <a:buClr>
                <a:schemeClr val="dk1"/>
              </a:buClr>
              <a:buSzPts val="1000"/>
              <a:buNone/>
              <a:defRPr>
                <a:solidFill>
                  <a:schemeClr val="dk1"/>
                </a:solidFill>
              </a:defRPr>
            </a:lvl5pPr>
            <a:lvl6pPr lvl="5" rtl="0" algn="l">
              <a:lnSpc>
                <a:spcPct val="115000"/>
              </a:lnSpc>
              <a:spcBef>
                <a:spcPts val="1600"/>
              </a:spcBef>
              <a:spcAft>
                <a:spcPts val="0"/>
              </a:spcAft>
              <a:buClr>
                <a:schemeClr val="dk1"/>
              </a:buClr>
              <a:buSzPts val="800"/>
              <a:buNone/>
              <a:defRPr>
                <a:solidFill>
                  <a:schemeClr val="dk1"/>
                </a:solidFill>
              </a:defRPr>
            </a:lvl6pPr>
            <a:lvl7pPr lvl="6" rtl="0" algn="l">
              <a:lnSpc>
                <a:spcPct val="115000"/>
              </a:lnSpc>
              <a:spcBef>
                <a:spcPts val="1600"/>
              </a:spcBef>
              <a:spcAft>
                <a:spcPts val="0"/>
              </a:spcAft>
              <a:buClr>
                <a:schemeClr val="dk1"/>
              </a:buClr>
              <a:buSzPts val="800"/>
              <a:buNone/>
              <a:defRPr>
                <a:solidFill>
                  <a:schemeClr val="dk1"/>
                </a:solidFill>
              </a:defRPr>
            </a:lvl7pPr>
            <a:lvl8pPr lvl="7" rtl="0" algn="l">
              <a:lnSpc>
                <a:spcPct val="115000"/>
              </a:lnSpc>
              <a:spcBef>
                <a:spcPts val="1600"/>
              </a:spcBef>
              <a:spcAft>
                <a:spcPts val="0"/>
              </a:spcAft>
              <a:buClr>
                <a:schemeClr val="dk1"/>
              </a:buClr>
              <a:buSzPts val="800"/>
              <a:buNone/>
              <a:defRPr>
                <a:solidFill>
                  <a:schemeClr val="dk1"/>
                </a:solidFill>
              </a:defRPr>
            </a:lvl8pPr>
            <a:lvl9pPr lvl="8" rtl="0" algn="l">
              <a:lnSpc>
                <a:spcPct val="115000"/>
              </a:lnSpc>
              <a:spcBef>
                <a:spcPts val="1600"/>
              </a:spcBef>
              <a:spcAft>
                <a:spcPts val="1600"/>
              </a:spcAft>
              <a:buClr>
                <a:schemeClr val="dk1"/>
              </a:buClr>
              <a:buSzPts val="800"/>
              <a:buNone/>
              <a:defRPr>
                <a:solidFill>
                  <a:schemeClr val="dk1"/>
                </a:solidFill>
              </a:defRPr>
            </a:lvl9pPr>
          </a:lstStyle>
          <a:p/>
        </p:txBody>
      </p:sp>
      <p:pic>
        <p:nvPicPr>
          <p:cNvPr id="66" name="Google Shape;66;p10"/>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67" name="Google Shape;67;p10"/>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68" name="Google Shape;68;p10"/>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69" name="Google Shape;69;p10"/>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0" name="Google Shape;70;p10"/>
          <p:cNvSpPr/>
          <p:nvPr/>
        </p:nvSpPr>
        <p:spPr>
          <a:xfrm>
            <a:off x="380998"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sp>
      <p:sp>
        <p:nvSpPr>
          <p:cNvPr id="71" name="Google Shape;71;p10"/>
          <p:cNvSpPr/>
          <p:nvPr/>
        </p:nvSpPr>
        <p:spPr>
          <a:xfrm>
            <a:off x="26795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E31933"/>
          </a:solidFill>
          <a:ln>
            <a:noFill/>
          </a:ln>
        </p:spPr>
      </p:sp>
      <p:sp>
        <p:nvSpPr>
          <p:cNvPr id="72" name="Google Shape;72;p10"/>
          <p:cNvSpPr/>
          <p:nvPr/>
        </p:nvSpPr>
        <p:spPr>
          <a:xfrm>
            <a:off x="4367573"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1"/>
          </a:solidFill>
          <a:ln>
            <a:noFill/>
          </a:ln>
        </p:spPr>
      </p:sp>
      <p:sp>
        <p:nvSpPr>
          <p:cNvPr id="73" name="Google Shape;73;p10"/>
          <p:cNvSpPr txBox="1"/>
          <p:nvPr>
            <p:ph idx="2" type="subTitle"/>
          </p:nvPr>
        </p:nvSpPr>
        <p:spPr>
          <a:xfrm>
            <a:off x="1746200" y="2630350"/>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74" name="Google Shape;74;p10"/>
          <p:cNvSpPr/>
          <p:nvPr/>
        </p:nvSpPr>
        <p:spPr>
          <a:xfrm>
            <a:off x="3164125"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B7B7B7"/>
          </a:solidFill>
          <a:ln>
            <a:noFill/>
          </a:ln>
        </p:spPr>
      </p:sp>
      <p:sp>
        <p:nvSpPr>
          <p:cNvPr id="75" name="Google Shape;75;p10"/>
          <p:cNvSpPr/>
          <p:nvPr/>
        </p:nvSpPr>
        <p:spPr>
          <a:xfrm>
            <a:off x="601980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sp>
      <p:sp>
        <p:nvSpPr>
          <p:cNvPr id="76" name="Google Shape;76;p10"/>
          <p:cNvSpPr txBox="1"/>
          <p:nvPr>
            <p:ph hasCustomPrompt="1" idx="3" type="title"/>
          </p:nvPr>
        </p:nvSpPr>
        <p:spPr>
          <a:xfrm>
            <a:off x="1746201" y="1121300"/>
            <a:ext cx="3254400" cy="1538400"/>
          </a:xfrm>
          <a:prstGeom prst="rect">
            <a:avLst/>
          </a:prstGeom>
        </p:spPr>
        <p:txBody>
          <a:bodyPr anchorCtr="0" anchor="ctr" bIns="0" lIns="0" spcFirstLastPara="1" rIns="0" wrap="square" tIns="0">
            <a:noAutofit/>
          </a:bodyPr>
          <a:lstStyle>
            <a:lvl1pPr lvl="0" rtl="0">
              <a:spcBef>
                <a:spcPts val="0"/>
              </a:spcBef>
              <a:spcAft>
                <a:spcPts val="0"/>
              </a:spcAft>
              <a:buSzPts val="13000"/>
              <a:buFont typeface="Source Sans Pro"/>
              <a:buNone/>
              <a:defRPr b="0" sz="130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77" name="Google Shape;77;p10"/>
          <p:cNvSpPr txBox="1"/>
          <p:nvPr>
            <p:ph idx="4" type="subTitle"/>
          </p:nvPr>
        </p:nvSpPr>
        <p:spPr>
          <a:xfrm>
            <a:off x="5732775" y="2630350"/>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78" name="Google Shape;78;p10"/>
          <p:cNvSpPr txBox="1"/>
          <p:nvPr>
            <p:ph hasCustomPrompt="1" idx="5" type="title"/>
          </p:nvPr>
        </p:nvSpPr>
        <p:spPr>
          <a:xfrm>
            <a:off x="5732776" y="1121300"/>
            <a:ext cx="3254400" cy="1538400"/>
          </a:xfrm>
          <a:prstGeom prst="rect">
            <a:avLst/>
          </a:prstGeom>
        </p:spPr>
        <p:txBody>
          <a:bodyPr anchorCtr="0" anchor="ctr" bIns="0" lIns="0" spcFirstLastPara="1" rIns="0" wrap="square" tIns="0">
            <a:noAutofit/>
          </a:bodyPr>
          <a:lstStyle>
            <a:lvl1pPr lvl="0" rtl="0">
              <a:spcBef>
                <a:spcPts val="0"/>
              </a:spcBef>
              <a:spcAft>
                <a:spcPts val="0"/>
              </a:spcAft>
              <a:buSzPts val="13000"/>
              <a:buFont typeface="Source Sans Pro"/>
              <a:buNone/>
              <a:defRPr b="0" sz="130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79" name="Google Shape;79;p10"/>
          <p:cNvSpPr txBox="1"/>
          <p:nvPr>
            <p:ph idx="6" type="subTitle"/>
          </p:nvPr>
        </p:nvSpPr>
        <p:spPr>
          <a:xfrm>
            <a:off x="1173561" y="3971981"/>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80" name="Google Shape;80;p10"/>
          <p:cNvSpPr txBox="1"/>
          <p:nvPr>
            <p:ph hasCustomPrompt="1" idx="7" type="title"/>
          </p:nvPr>
        </p:nvSpPr>
        <p:spPr>
          <a:xfrm>
            <a:off x="1165869" y="3134019"/>
            <a:ext cx="1810500" cy="823500"/>
          </a:xfrm>
          <a:prstGeom prst="rect">
            <a:avLst/>
          </a:prstGeom>
        </p:spPr>
        <p:txBody>
          <a:bodyPr anchorCtr="0" anchor="ctr" bIns="0" lIns="0" spcFirstLastPara="1" rIns="0" wrap="square" tIns="0">
            <a:noAutofit/>
          </a:bodyPr>
          <a:lstStyle>
            <a:lvl1pPr lvl="0" rtl="0">
              <a:spcBef>
                <a:spcPts val="0"/>
              </a:spcBef>
              <a:spcAft>
                <a:spcPts val="0"/>
              </a:spcAft>
              <a:buSzPts val="7200"/>
              <a:buFont typeface="Source Sans Pro"/>
              <a:buNone/>
              <a:defRPr b="0" sz="72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81" name="Google Shape;81;p10"/>
          <p:cNvSpPr txBox="1"/>
          <p:nvPr>
            <p:ph idx="8" type="subTitle"/>
          </p:nvPr>
        </p:nvSpPr>
        <p:spPr>
          <a:xfrm>
            <a:off x="4069736" y="3971981"/>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82" name="Google Shape;82;p10"/>
          <p:cNvSpPr txBox="1"/>
          <p:nvPr>
            <p:ph hasCustomPrompt="1" idx="9" type="title"/>
          </p:nvPr>
        </p:nvSpPr>
        <p:spPr>
          <a:xfrm>
            <a:off x="4062044" y="3134019"/>
            <a:ext cx="1810500" cy="823500"/>
          </a:xfrm>
          <a:prstGeom prst="rect">
            <a:avLst/>
          </a:prstGeom>
        </p:spPr>
        <p:txBody>
          <a:bodyPr anchorCtr="0" anchor="ctr" bIns="0" lIns="0" spcFirstLastPara="1" rIns="0" wrap="square" tIns="0">
            <a:noAutofit/>
          </a:bodyPr>
          <a:lstStyle>
            <a:lvl1pPr lvl="0" rtl="0">
              <a:spcBef>
                <a:spcPts val="0"/>
              </a:spcBef>
              <a:spcAft>
                <a:spcPts val="0"/>
              </a:spcAft>
              <a:buSzPts val="7200"/>
              <a:buFont typeface="Source Sans Pro"/>
              <a:buNone/>
              <a:defRPr b="0" sz="72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83" name="Google Shape;83;p10"/>
          <p:cNvSpPr txBox="1"/>
          <p:nvPr>
            <p:ph idx="13" type="subTitle"/>
          </p:nvPr>
        </p:nvSpPr>
        <p:spPr>
          <a:xfrm>
            <a:off x="6925411" y="3971981"/>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84" name="Google Shape;84;p10"/>
          <p:cNvSpPr txBox="1"/>
          <p:nvPr>
            <p:ph hasCustomPrompt="1" idx="14" type="title"/>
          </p:nvPr>
        </p:nvSpPr>
        <p:spPr>
          <a:xfrm>
            <a:off x="6917719" y="3134019"/>
            <a:ext cx="1810500" cy="823500"/>
          </a:xfrm>
          <a:prstGeom prst="rect">
            <a:avLst/>
          </a:prstGeom>
        </p:spPr>
        <p:txBody>
          <a:bodyPr anchorCtr="0" anchor="ctr" bIns="0" lIns="0" spcFirstLastPara="1" rIns="0" wrap="square" tIns="0">
            <a:noAutofit/>
          </a:bodyPr>
          <a:lstStyle>
            <a:lvl1pPr lvl="0" rtl="0">
              <a:spcBef>
                <a:spcPts val="0"/>
              </a:spcBef>
              <a:spcAft>
                <a:spcPts val="0"/>
              </a:spcAft>
              <a:buSzPts val="7200"/>
              <a:buFont typeface="Source Sans Pro"/>
              <a:buNone/>
              <a:defRPr b="0" sz="72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TITLE_4_1_1_2_1">
    <p:spTree>
      <p:nvGrpSpPr>
        <p:cNvPr id="85" name="Shape 85"/>
        <p:cNvGrpSpPr/>
        <p:nvPr/>
      </p:nvGrpSpPr>
      <p:grpSpPr>
        <a:xfrm>
          <a:off x="0" y="0"/>
          <a:ext cx="0" cy="0"/>
          <a:chOff x="0" y="0"/>
          <a:chExt cx="0" cy="0"/>
        </a:xfrm>
      </p:grpSpPr>
      <p:pic>
        <p:nvPicPr>
          <p:cNvPr id="86" name="Google Shape;86;p11"/>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87" name="Google Shape;87;p11"/>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88" name="Google Shape;88;p11"/>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dk1"/>
              </a:buClr>
              <a:buSzPts val="1200"/>
              <a:buNone/>
              <a:defRPr sz="1200">
                <a:solidFill>
                  <a:schemeClr val="dk1"/>
                </a:solidFill>
              </a:defRPr>
            </a:lvl1pPr>
            <a:lvl2pPr lvl="1" rtl="0" algn="l">
              <a:lnSpc>
                <a:spcPct val="115000"/>
              </a:lnSpc>
              <a:spcBef>
                <a:spcPts val="1600"/>
              </a:spcBef>
              <a:spcAft>
                <a:spcPts val="0"/>
              </a:spcAft>
              <a:buClr>
                <a:schemeClr val="dk1"/>
              </a:buClr>
              <a:buSzPts val="1800"/>
              <a:buNone/>
              <a:defRPr>
                <a:solidFill>
                  <a:schemeClr val="dk1"/>
                </a:solidFill>
              </a:defRPr>
            </a:lvl2pPr>
            <a:lvl3pPr lvl="2" rtl="0" algn="l">
              <a:lnSpc>
                <a:spcPct val="115000"/>
              </a:lnSpc>
              <a:spcBef>
                <a:spcPts val="1600"/>
              </a:spcBef>
              <a:spcAft>
                <a:spcPts val="0"/>
              </a:spcAft>
              <a:buClr>
                <a:schemeClr val="dk1"/>
              </a:buClr>
              <a:buSzPts val="1600"/>
              <a:buNone/>
              <a:defRPr>
                <a:solidFill>
                  <a:schemeClr val="dk1"/>
                </a:solidFill>
              </a:defRPr>
            </a:lvl3pPr>
            <a:lvl4pPr lvl="3" rtl="0" algn="l">
              <a:lnSpc>
                <a:spcPct val="115000"/>
              </a:lnSpc>
              <a:spcBef>
                <a:spcPts val="1600"/>
              </a:spcBef>
              <a:spcAft>
                <a:spcPts val="0"/>
              </a:spcAft>
              <a:buClr>
                <a:schemeClr val="dk1"/>
              </a:buClr>
              <a:buSzPts val="1300"/>
              <a:buNone/>
              <a:defRPr>
                <a:solidFill>
                  <a:schemeClr val="dk1"/>
                </a:solidFill>
              </a:defRPr>
            </a:lvl4pPr>
            <a:lvl5pPr lvl="4" rtl="0" algn="l">
              <a:lnSpc>
                <a:spcPct val="115000"/>
              </a:lnSpc>
              <a:spcBef>
                <a:spcPts val="1600"/>
              </a:spcBef>
              <a:spcAft>
                <a:spcPts val="0"/>
              </a:spcAft>
              <a:buClr>
                <a:schemeClr val="dk1"/>
              </a:buClr>
              <a:buSzPts val="1000"/>
              <a:buNone/>
              <a:defRPr>
                <a:solidFill>
                  <a:schemeClr val="dk1"/>
                </a:solidFill>
              </a:defRPr>
            </a:lvl5pPr>
            <a:lvl6pPr lvl="5" rtl="0" algn="l">
              <a:lnSpc>
                <a:spcPct val="115000"/>
              </a:lnSpc>
              <a:spcBef>
                <a:spcPts val="1600"/>
              </a:spcBef>
              <a:spcAft>
                <a:spcPts val="0"/>
              </a:spcAft>
              <a:buClr>
                <a:schemeClr val="dk1"/>
              </a:buClr>
              <a:buSzPts val="800"/>
              <a:buNone/>
              <a:defRPr>
                <a:solidFill>
                  <a:schemeClr val="dk1"/>
                </a:solidFill>
              </a:defRPr>
            </a:lvl6pPr>
            <a:lvl7pPr lvl="6" rtl="0" algn="l">
              <a:lnSpc>
                <a:spcPct val="115000"/>
              </a:lnSpc>
              <a:spcBef>
                <a:spcPts val="1600"/>
              </a:spcBef>
              <a:spcAft>
                <a:spcPts val="0"/>
              </a:spcAft>
              <a:buClr>
                <a:schemeClr val="dk1"/>
              </a:buClr>
              <a:buSzPts val="800"/>
              <a:buNone/>
              <a:defRPr>
                <a:solidFill>
                  <a:schemeClr val="dk1"/>
                </a:solidFill>
              </a:defRPr>
            </a:lvl7pPr>
            <a:lvl8pPr lvl="7" rtl="0" algn="l">
              <a:lnSpc>
                <a:spcPct val="115000"/>
              </a:lnSpc>
              <a:spcBef>
                <a:spcPts val="1600"/>
              </a:spcBef>
              <a:spcAft>
                <a:spcPts val="0"/>
              </a:spcAft>
              <a:buClr>
                <a:schemeClr val="dk1"/>
              </a:buClr>
              <a:buSzPts val="800"/>
              <a:buNone/>
              <a:defRPr>
                <a:solidFill>
                  <a:schemeClr val="dk1"/>
                </a:solidFill>
              </a:defRPr>
            </a:lvl8pPr>
            <a:lvl9pPr lvl="8" rtl="0" algn="l">
              <a:lnSpc>
                <a:spcPct val="115000"/>
              </a:lnSpc>
              <a:spcBef>
                <a:spcPts val="1600"/>
              </a:spcBef>
              <a:spcAft>
                <a:spcPts val="1600"/>
              </a:spcAft>
              <a:buClr>
                <a:schemeClr val="dk1"/>
              </a:buClr>
              <a:buSzPts val="800"/>
              <a:buNone/>
              <a:defRPr>
                <a:solidFill>
                  <a:schemeClr val="dk1"/>
                </a:solidFill>
              </a:defRPr>
            </a:lvl9pPr>
          </a:lstStyle>
          <a:p/>
        </p:txBody>
      </p:sp>
      <p:pic>
        <p:nvPicPr>
          <p:cNvPr id="89" name="Google Shape;89;p11"/>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90" name="Google Shape;90;p11"/>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91" name="Google Shape;91;p11"/>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92" name="Google Shape;92;p11"/>
          <p:cNvSpPr/>
          <p:nvPr/>
        </p:nvSpPr>
        <p:spPr>
          <a:xfrm>
            <a:off x="-1796500" y="-959226"/>
            <a:ext cx="3940412" cy="4188043"/>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FFD200"/>
          </a:solidFill>
          <a:ln>
            <a:noFill/>
          </a:ln>
        </p:spPr>
      </p:sp>
      <p:cxnSp>
        <p:nvCxnSpPr>
          <p:cNvPr id="93" name="Google Shape;93;p11"/>
          <p:cNvCxnSpPr/>
          <p:nvPr/>
        </p:nvCxnSpPr>
        <p:spPr>
          <a:xfrm>
            <a:off x="8427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94" name="Google Shape;94;p11"/>
          <p:cNvCxnSpPr/>
          <p:nvPr/>
        </p:nvCxnSpPr>
        <p:spPr>
          <a:xfrm>
            <a:off x="34806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95" name="Google Shape;95;p11"/>
          <p:cNvCxnSpPr/>
          <p:nvPr/>
        </p:nvCxnSpPr>
        <p:spPr>
          <a:xfrm>
            <a:off x="60960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96" name="Google Shape;96;p11"/>
          <p:cNvCxnSpPr/>
          <p:nvPr/>
        </p:nvCxnSpPr>
        <p:spPr>
          <a:xfrm rot="10800000">
            <a:off x="2138100" y="2297251"/>
            <a:ext cx="0" cy="255300"/>
          </a:xfrm>
          <a:prstGeom prst="straightConnector1">
            <a:avLst/>
          </a:prstGeom>
          <a:noFill/>
          <a:ln cap="flat" cmpd="sng" w="9525">
            <a:solidFill>
              <a:srgbClr val="B7B7B7"/>
            </a:solidFill>
            <a:prstDash val="solid"/>
            <a:round/>
            <a:headEnd len="med" w="med" type="none"/>
            <a:tailEnd len="med" w="med" type="oval"/>
          </a:ln>
        </p:spPr>
      </p:cxnSp>
      <p:cxnSp>
        <p:nvCxnSpPr>
          <p:cNvPr id="97" name="Google Shape;97;p11"/>
          <p:cNvCxnSpPr/>
          <p:nvPr/>
        </p:nvCxnSpPr>
        <p:spPr>
          <a:xfrm rot="10800000">
            <a:off x="4776000" y="2297251"/>
            <a:ext cx="0" cy="255300"/>
          </a:xfrm>
          <a:prstGeom prst="straightConnector1">
            <a:avLst/>
          </a:prstGeom>
          <a:noFill/>
          <a:ln cap="flat" cmpd="sng" w="9525">
            <a:solidFill>
              <a:srgbClr val="B7B7B7"/>
            </a:solidFill>
            <a:prstDash val="solid"/>
            <a:round/>
            <a:headEnd len="med" w="med" type="none"/>
            <a:tailEnd len="med" w="med" type="oval"/>
          </a:ln>
        </p:spPr>
      </p:cxnSp>
      <p:cxnSp>
        <p:nvCxnSpPr>
          <p:cNvPr id="98" name="Google Shape;98;p11"/>
          <p:cNvCxnSpPr/>
          <p:nvPr/>
        </p:nvCxnSpPr>
        <p:spPr>
          <a:xfrm rot="10800000">
            <a:off x="7391400" y="2297251"/>
            <a:ext cx="0" cy="255300"/>
          </a:xfrm>
          <a:prstGeom prst="straightConnector1">
            <a:avLst/>
          </a:prstGeom>
          <a:noFill/>
          <a:ln cap="flat" cmpd="sng" w="9525">
            <a:solidFill>
              <a:srgbClr val="B7B7B7"/>
            </a:solidFill>
            <a:prstDash val="solid"/>
            <a:round/>
            <a:headEnd len="med" w="med" type="none"/>
            <a:tailEnd len="med" w="med" type="oval"/>
          </a:ln>
        </p:spPr>
      </p:cxnSp>
      <p:sp>
        <p:nvSpPr>
          <p:cNvPr id="99" name="Google Shape;99;p11"/>
          <p:cNvSpPr/>
          <p:nvPr/>
        </p:nvSpPr>
        <p:spPr>
          <a:xfrm>
            <a:off x="633375" y="2467925"/>
            <a:ext cx="1349100" cy="38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0" name="Google Shape;100;p11"/>
          <p:cNvSpPr/>
          <p:nvPr/>
        </p:nvSpPr>
        <p:spPr>
          <a:xfrm>
            <a:off x="1951889" y="2467925"/>
            <a:ext cx="1349100" cy="3849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1" name="Google Shape;101;p11"/>
          <p:cNvSpPr/>
          <p:nvPr/>
        </p:nvSpPr>
        <p:spPr>
          <a:xfrm>
            <a:off x="3270403" y="2467925"/>
            <a:ext cx="1349100" cy="3849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2" name="Google Shape;102;p11"/>
          <p:cNvSpPr/>
          <p:nvPr/>
        </p:nvSpPr>
        <p:spPr>
          <a:xfrm>
            <a:off x="4588917" y="2467925"/>
            <a:ext cx="1349100" cy="3849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3" name="Google Shape;103;p11"/>
          <p:cNvSpPr/>
          <p:nvPr/>
        </p:nvSpPr>
        <p:spPr>
          <a:xfrm>
            <a:off x="5907431" y="2467925"/>
            <a:ext cx="1349100" cy="3849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4" name="Google Shape;104;p11"/>
          <p:cNvSpPr/>
          <p:nvPr/>
        </p:nvSpPr>
        <p:spPr>
          <a:xfrm>
            <a:off x="7225945" y="2467925"/>
            <a:ext cx="1349100" cy="384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5" name="Google Shape;105;p11"/>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06" name="Google Shape;106;p11"/>
          <p:cNvSpPr txBox="1"/>
          <p:nvPr>
            <p:ph idx="2" type="subTitle"/>
          </p:nvPr>
        </p:nvSpPr>
        <p:spPr>
          <a:xfrm>
            <a:off x="2097875" y="1110075"/>
            <a:ext cx="1087800" cy="10503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000"/>
              <a:buNone/>
              <a:defRPr sz="1000"/>
            </a:lvl1pPr>
            <a:lvl2pPr lvl="1">
              <a:spcBef>
                <a:spcPts val="1600"/>
              </a:spcBef>
              <a:spcAft>
                <a:spcPts val="0"/>
              </a:spcAft>
              <a:buSzPts val="1800"/>
              <a:buNone/>
              <a:defRPr/>
            </a:lvl2pPr>
            <a:lvl3pPr lvl="2">
              <a:spcBef>
                <a:spcPts val="1600"/>
              </a:spcBef>
              <a:spcAft>
                <a:spcPts val="0"/>
              </a:spcAft>
              <a:buSzPts val="1600"/>
              <a:buNone/>
              <a:defRPr/>
            </a:lvl3pPr>
            <a:lvl4pPr lvl="3">
              <a:spcBef>
                <a:spcPts val="1600"/>
              </a:spcBef>
              <a:spcAft>
                <a:spcPts val="0"/>
              </a:spcAft>
              <a:buSzPts val="1300"/>
              <a:buNone/>
              <a:defRPr/>
            </a:lvl4pPr>
            <a:lvl5pPr lvl="4">
              <a:spcBef>
                <a:spcPts val="1600"/>
              </a:spcBef>
              <a:spcAft>
                <a:spcPts val="0"/>
              </a:spcAft>
              <a:buSzPts val="1000"/>
              <a:buNone/>
              <a:defRPr/>
            </a:lvl5pPr>
            <a:lvl6pPr lvl="5">
              <a:spcBef>
                <a:spcPts val="1600"/>
              </a:spcBef>
              <a:spcAft>
                <a:spcPts val="0"/>
              </a:spcAft>
              <a:buSzPts val="800"/>
              <a:buNone/>
              <a:defRPr/>
            </a:lvl6pPr>
            <a:lvl7pPr lvl="6">
              <a:spcBef>
                <a:spcPts val="1600"/>
              </a:spcBef>
              <a:spcAft>
                <a:spcPts val="0"/>
              </a:spcAft>
              <a:buSzPts val="800"/>
              <a:buNone/>
              <a:defRPr/>
            </a:lvl7pPr>
            <a:lvl8pPr lvl="7">
              <a:spcBef>
                <a:spcPts val="1600"/>
              </a:spcBef>
              <a:spcAft>
                <a:spcPts val="0"/>
              </a:spcAft>
              <a:buSzPts val="800"/>
              <a:buNone/>
              <a:defRPr/>
            </a:lvl8pPr>
            <a:lvl9pPr lvl="8">
              <a:spcBef>
                <a:spcPts val="1600"/>
              </a:spcBef>
              <a:spcAft>
                <a:spcPts val="1600"/>
              </a:spcAft>
              <a:buSzPts val="800"/>
              <a:buNone/>
              <a:defRPr/>
            </a:lvl9pPr>
          </a:lstStyle>
          <a:p/>
        </p:txBody>
      </p:sp>
      <p:sp>
        <p:nvSpPr>
          <p:cNvPr id="107" name="Google Shape;107;p11"/>
          <p:cNvSpPr txBox="1"/>
          <p:nvPr>
            <p:ph idx="3" type="subTitle"/>
          </p:nvPr>
        </p:nvSpPr>
        <p:spPr>
          <a:xfrm>
            <a:off x="4724700" y="1110075"/>
            <a:ext cx="1087800" cy="10503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08" name="Google Shape;108;p11"/>
          <p:cNvSpPr txBox="1"/>
          <p:nvPr>
            <p:ph idx="4" type="subTitle"/>
          </p:nvPr>
        </p:nvSpPr>
        <p:spPr>
          <a:xfrm>
            <a:off x="7351525" y="1110075"/>
            <a:ext cx="1087800" cy="10503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09" name="Google Shape;109;p11"/>
          <p:cNvSpPr txBox="1"/>
          <p:nvPr>
            <p:ph idx="5" type="subTitle"/>
          </p:nvPr>
        </p:nvSpPr>
        <p:spPr>
          <a:xfrm>
            <a:off x="805725" y="3117125"/>
            <a:ext cx="1087800" cy="10503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10" name="Google Shape;110;p11"/>
          <p:cNvSpPr txBox="1"/>
          <p:nvPr>
            <p:ph idx="6" type="subTitle"/>
          </p:nvPr>
        </p:nvSpPr>
        <p:spPr>
          <a:xfrm>
            <a:off x="3432550" y="3117125"/>
            <a:ext cx="1087800" cy="10503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11" name="Google Shape;111;p11"/>
          <p:cNvSpPr txBox="1"/>
          <p:nvPr>
            <p:ph idx="7" type="subTitle"/>
          </p:nvPr>
        </p:nvSpPr>
        <p:spPr>
          <a:xfrm>
            <a:off x="6059375" y="3117125"/>
            <a:ext cx="1087800" cy="10503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with left rule">
  <p:cSld name="TITLE_4_1_1_2_1_1">
    <p:spTree>
      <p:nvGrpSpPr>
        <p:cNvPr id="112" name="Shape 112"/>
        <p:cNvGrpSpPr/>
        <p:nvPr/>
      </p:nvGrpSpPr>
      <p:grpSpPr>
        <a:xfrm>
          <a:off x="0" y="0"/>
          <a:ext cx="0" cy="0"/>
          <a:chOff x="0" y="0"/>
          <a:chExt cx="0" cy="0"/>
        </a:xfrm>
      </p:grpSpPr>
      <p:pic>
        <p:nvPicPr>
          <p:cNvPr id="113" name="Google Shape;113;p12"/>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114" name="Google Shape;114;p12"/>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115" name="Google Shape;115;p12"/>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dk1"/>
              </a:buClr>
              <a:buSzPts val="1200"/>
              <a:buNone/>
              <a:defRPr sz="1200">
                <a:solidFill>
                  <a:schemeClr val="dk1"/>
                </a:solidFill>
              </a:defRPr>
            </a:lvl1pPr>
            <a:lvl2pPr lvl="1" rtl="0" algn="l">
              <a:lnSpc>
                <a:spcPct val="115000"/>
              </a:lnSpc>
              <a:spcBef>
                <a:spcPts val="1600"/>
              </a:spcBef>
              <a:spcAft>
                <a:spcPts val="0"/>
              </a:spcAft>
              <a:buClr>
                <a:schemeClr val="dk1"/>
              </a:buClr>
              <a:buSzPts val="1800"/>
              <a:buNone/>
              <a:defRPr>
                <a:solidFill>
                  <a:schemeClr val="dk1"/>
                </a:solidFill>
              </a:defRPr>
            </a:lvl2pPr>
            <a:lvl3pPr lvl="2" rtl="0" algn="l">
              <a:lnSpc>
                <a:spcPct val="115000"/>
              </a:lnSpc>
              <a:spcBef>
                <a:spcPts val="1600"/>
              </a:spcBef>
              <a:spcAft>
                <a:spcPts val="0"/>
              </a:spcAft>
              <a:buClr>
                <a:schemeClr val="dk1"/>
              </a:buClr>
              <a:buSzPts val="1600"/>
              <a:buNone/>
              <a:defRPr>
                <a:solidFill>
                  <a:schemeClr val="dk1"/>
                </a:solidFill>
              </a:defRPr>
            </a:lvl3pPr>
            <a:lvl4pPr lvl="3" rtl="0" algn="l">
              <a:lnSpc>
                <a:spcPct val="115000"/>
              </a:lnSpc>
              <a:spcBef>
                <a:spcPts val="1600"/>
              </a:spcBef>
              <a:spcAft>
                <a:spcPts val="0"/>
              </a:spcAft>
              <a:buClr>
                <a:schemeClr val="dk1"/>
              </a:buClr>
              <a:buSzPts val="1300"/>
              <a:buNone/>
              <a:defRPr>
                <a:solidFill>
                  <a:schemeClr val="dk1"/>
                </a:solidFill>
              </a:defRPr>
            </a:lvl4pPr>
            <a:lvl5pPr lvl="4" rtl="0" algn="l">
              <a:lnSpc>
                <a:spcPct val="115000"/>
              </a:lnSpc>
              <a:spcBef>
                <a:spcPts val="1600"/>
              </a:spcBef>
              <a:spcAft>
                <a:spcPts val="0"/>
              </a:spcAft>
              <a:buClr>
                <a:schemeClr val="dk1"/>
              </a:buClr>
              <a:buSzPts val="1000"/>
              <a:buNone/>
              <a:defRPr>
                <a:solidFill>
                  <a:schemeClr val="dk1"/>
                </a:solidFill>
              </a:defRPr>
            </a:lvl5pPr>
            <a:lvl6pPr lvl="5" rtl="0" algn="l">
              <a:lnSpc>
                <a:spcPct val="115000"/>
              </a:lnSpc>
              <a:spcBef>
                <a:spcPts val="1600"/>
              </a:spcBef>
              <a:spcAft>
                <a:spcPts val="0"/>
              </a:spcAft>
              <a:buClr>
                <a:schemeClr val="dk1"/>
              </a:buClr>
              <a:buSzPts val="800"/>
              <a:buNone/>
              <a:defRPr>
                <a:solidFill>
                  <a:schemeClr val="dk1"/>
                </a:solidFill>
              </a:defRPr>
            </a:lvl6pPr>
            <a:lvl7pPr lvl="6" rtl="0" algn="l">
              <a:lnSpc>
                <a:spcPct val="115000"/>
              </a:lnSpc>
              <a:spcBef>
                <a:spcPts val="1600"/>
              </a:spcBef>
              <a:spcAft>
                <a:spcPts val="0"/>
              </a:spcAft>
              <a:buClr>
                <a:schemeClr val="dk1"/>
              </a:buClr>
              <a:buSzPts val="800"/>
              <a:buNone/>
              <a:defRPr>
                <a:solidFill>
                  <a:schemeClr val="dk1"/>
                </a:solidFill>
              </a:defRPr>
            </a:lvl7pPr>
            <a:lvl8pPr lvl="7" rtl="0" algn="l">
              <a:lnSpc>
                <a:spcPct val="115000"/>
              </a:lnSpc>
              <a:spcBef>
                <a:spcPts val="1600"/>
              </a:spcBef>
              <a:spcAft>
                <a:spcPts val="0"/>
              </a:spcAft>
              <a:buClr>
                <a:schemeClr val="dk1"/>
              </a:buClr>
              <a:buSzPts val="800"/>
              <a:buNone/>
              <a:defRPr>
                <a:solidFill>
                  <a:schemeClr val="dk1"/>
                </a:solidFill>
              </a:defRPr>
            </a:lvl8pPr>
            <a:lvl9pPr lvl="8" rtl="0" algn="l">
              <a:lnSpc>
                <a:spcPct val="115000"/>
              </a:lnSpc>
              <a:spcBef>
                <a:spcPts val="1600"/>
              </a:spcBef>
              <a:spcAft>
                <a:spcPts val="1600"/>
              </a:spcAft>
              <a:buClr>
                <a:schemeClr val="dk1"/>
              </a:buClr>
              <a:buSzPts val="800"/>
              <a:buNone/>
              <a:defRPr>
                <a:solidFill>
                  <a:schemeClr val="dk1"/>
                </a:solidFill>
              </a:defRPr>
            </a:lvl9pPr>
          </a:lstStyle>
          <a:p/>
        </p:txBody>
      </p:sp>
      <p:pic>
        <p:nvPicPr>
          <p:cNvPr id="116" name="Google Shape;116;p12"/>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17" name="Google Shape;117;p12"/>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18" name="Google Shape;118;p12"/>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119" name="Google Shape;119;p12"/>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cxnSp>
        <p:nvCxnSpPr>
          <p:cNvPr id="120" name="Google Shape;120;p12"/>
          <p:cNvCxnSpPr/>
          <p:nvPr/>
        </p:nvCxnSpPr>
        <p:spPr>
          <a:xfrm>
            <a:off x="529825" y="1206450"/>
            <a:ext cx="0" cy="2722200"/>
          </a:xfrm>
          <a:prstGeom prst="straightConnector1">
            <a:avLst/>
          </a:prstGeom>
          <a:noFill/>
          <a:ln cap="flat" cmpd="sng" w="9525">
            <a:solidFill>
              <a:schemeClr val="dk2"/>
            </a:solidFill>
            <a:prstDash val="solid"/>
            <a:round/>
            <a:headEnd len="med" w="med" type="none"/>
            <a:tailEnd len="med" w="med" type="none"/>
          </a:ln>
        </p:spPr>
      </p:cxnSp>
      <p:cxnSp>
        <p:nvCxnSpPr>
          <p:cNvPr id="121" name="Google Shape;121;p12"/>
          <p:cNvCxnSpPr/>
          <p:nvPr/>
        </p:nvCxnSpPr>
        <p:spPr>
          <a:xfrm>
            <a:off x="3362650" y="1206450"/>
            <a:ext cx="0" cy="2722200"/>
          </a:xfrm>
          <a:prstGeom prst="straightConnector1">
            <a:avLst/>
          </a:prstGeom>
          <a:noFill/>
          <a:ln cap="flat" cmpd="sng" w="9525">
            <a:solidFill>
              <a:schemeClr val="dk2"/>
            </a:solidFill>
            <a:prstDash val="solid"/>
            <a:round/>
            <a:headEnd len="med" w="med" type="none"/>
            <a:tailEnd len="med" w="med" type="none"/>
          </a:ln>
        </p:spPr>
      </p:cxnSp>
      <p:cxnSp>
        <p:nvCxnSpPr>
          <p:cNvPr id="122" name="Google Shape;122;p12"/>
          <p:cNvCxnSpPr/>
          <p:nvPr/>
        </p:nvCxnSpPr>
        <p:spPr>
          <a:xfrm>
            <a:off x="6195475" y="1206450"/>
            <a:ext cx="0" cy="2722200"/>
          </a:xfrm>
          <a:prstGeom prst="straightConnector1">
            <a:avLst/>
          </a:prstGeom>
          <a:noFill/>
          <a:ln cap="flat" cmpd="sng" w="9525">
            <a:solidFill>
              <a:schemeClr val="dk2"/>
            </a:solidFill>
            <a:prstDash val="solid"/>
            <a:round/>
            <a:headEnd len="med" w="med" type="none"/>
            <a:tailEnd len="med" w="med" type="none"/>
          </a:ln>
        </p:spPr>
      </p:cxnSp>
      <p:sp>
        <p:nvSpPr>
          <p:cNvPr id="123" name="Google Shape;123;p12"/>
          <p:cNvSpPr txBox="1"/>
          <p:nvPr/>
        </p:nvSpPr>
        <p:spPr>
          <a:xfrm>
            <a:off x="714875" y="1663450"/>
            <a:ext cx="2424300" cy="226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a:solidFill>
                <a:srgbClr val="FFFFFF"/>
              </a:solidFill>
            </a:endParaRPr>
          </a:p>
        </p:txBody>
      </p:sp>
      <p:sp>
        <p:nvSpPr>
          <p:cNvPr id="124" name="Google Shape;124;p12"/>
          <p:cNvSpPr txBox="1"/>
          <p:nvPr>
            <p:ph idx="2" type="subTitle"/>
          </p:nvPr>
        </p:nvSpPr>
        <p:spPr>
          <a:xfrm>
            <a:off x="688825" y="1134050"/>
            <a:ext cx="2511900" cy="414600"/>
          </a:xfrm>
          <a:prstGeom prst="rect">
            <a:avLst/>
          </a:prstGeom>
        </p:spPr>
        <p:txBody>
          <a:bodyPr anchorCtr="0" anchor="t" bIns="0" lIns="0" spcFirstLastPara="1" rIns="0" wrap="square" tIns="0">
            <a:noAutofit/>
          </a:bodyPr>
          <a:lstStyle>
            <a:lvl1pPr lvl="0">
              <a:spcBef>
                <a:spcPts val="0"/>
              </a:spcBef>
              <a:spcAft>
                <a:spcPts val="0"/>
              </a:spcAft>
              <a:buSzPts val="2400"/>
              <a:buFont typeface="Source Sans Pro"/>
              <a:buNone/>
              <a:defRPr>
                <a:latin typeface="Source Sans Pro"/>
                <a:ea typeface="Source Sans Pro"/>
                <a:cs typeface="Source Sans Pro"/>
                <a:sym typeface="Source Sans Pro"/>
              </a:defRPr>
            </a:lvl1pPr>
            <a:lvl2pPr lvl="1">
              <a:spcBef>
                <a:spcPts val="1600"/>
              </a:spcBef>
              <a:spcAft>
                <a:spcPts val="0"/>
              </a:spcAft>
              <a:buSzPts val="2400"/>
              <a:buFont typeface="Source Sans Pro"/>
              <a:buNone/>
              <a:defRPr sz="2400">
                <a:latin typeface="Source Sans Pro"/>
                <a:ea typeface="Source Sans Pro"/>
                <a:cs typeface="Source Sans Pro"/>
                <a:sym typeface="Source Sans Pro"/>
              </a:defRPr>
            </a:lvl2pPr>
            <a:lvl3pPr lvl="2">
              <a:spcBef>
                <a:spcPts val="1600"/>
              </a:spcBef>
              <a:spcAft>
                <a:spcPts val="0"/>
              </a:spcAft>
              <a:buSzPts val="2400"/>
              <a:buFont typeface="Source Sans Pro"/>
              <a:buNone/>
              <a:defRPr sz="2400">
                <a:latin typeface="Source Sans Pro"/>
                <a:ea typeface="Source Sans Pro"/>
                <a:cs typeface="Source Sans Pro"/>
                <a:sym typeface="Source Sans Pro"/>
              </a:defRPr>
            </a:lvl3pPr>
            <a:lvl4pPr lvl="3">
              <a:spcBef>
                <a:spcPts val="1600"/>
              </a:spcBef>
              <a:spcAft>
                <a:spcPts val="0"/>
              </a:spcAft>
              <a:buSzPts val="2400"/>
              <a:buFont typeface="Source Sans Pro"/>
              <a:buNone/>
              <a:defRPr sz="2400">
                <a:latin typeface="Source Sans Pro"/>
                <a:ea typeface="Source Sans Pro"/>
                <a:cs typeface="Source Sans Pro"/>
                <a:sym typeface="Source Sans Pro"/>
              </a:defRPr>
            </a:lvl4pPr>
            <a:lvl5pPr lvl="4">
              <a:spcBef>
                <a:spcPts val="1600"/>
              </a:spcBef>
              <a:spcAft>
                <a:spcPts val="0"/>
              </a:spcAft>
              <a:buSzPts val="2400"/>
              <a:buFont typeface="Source Sans Pro"/>
              <a:buNone/>
              <a:defRPr sz="2400">
                <a:latin typeface="Source Sans Pro"/>
                <a:ea typeface="Source Sans Pro"/>
                <a:cs typeface="Source Sans Pro"/>
                <a:sym typeface="Source Sans Pro"/>
              </a:defRPr>
            </a:lvl5pPr>
            <a:lvl6pPr lvl="5">
              <a:spcBef>
                <a:spcPts val="1600"/>
              </a:spcBef>
              <a:spcAft>
                <a:spcPts val="0"/>
              </a:spcAft>
              <a:buSzPts val="2400"/>
              <a:buFont typeface="Source Sans Pro"/>
              <a:buNone/>
              <a:defRPr sz="2400">
                <a:latin typeface="Source Sans Pro"/>
                <a:ea typeface="Source Sans Pro"/>
                <a:cs typeface="Source Sans Pro"/>
                <a:sym typeface="Source Sans Pro"/>
              </a:defRPr>
            </a:lvl6pPr>
            <a:lvl7pPr lvl="6">
              <a:spcBef>
                <a:spcPts val="1600"/>
              </a:spcBef>
              <a:spcAft>
                <a:spcPts val="0"/>
              </a:spcAft>
              <a:buSzPts val="2400"/>
              <a:buFont typeface="Source Sans Pro"/>
              <a:buNone/>
              <a:defRPr sz="2400">
                <a:latin typeface="Source Sans Pro"/>
                <a:ea typeface="Source Sans Pro"/>
                <a:cs typeface="Source Sans Pro"/>
                <a:sym typeface="Source Sans Pro"/>
              </a:defRPr>
            </a:lvl7pPr>
            <a:lvl8pPr lvl="7">
              <a:spcBef>
                <a:spcPts val="1600"/>
              </a:spcBef>
              <a:spcAft>
                <a:spcPts val="0"/>
              </a:spcAft>
              <a:buSzPts val="2400"/>
              <a:buFont typeface="Source Sans Pro"/>
              <a:buNone/>
              <a:defRPr sz="2400">
                <a:latin typeface="Source Sans Pro"/>
                <a:ea typeface="Source Sans Pro"/>
                <a:cs typeface="Source Sans Pro"/>
                <a:sym typeface="Source Sans Pro"/>
              </a:defRPr>
            </a:lvl8pPr>
            <a:lvl9pPr lvl="8">
              <a:spcBef>
                <a:spcPts val="1600"/>
              </a:spcBef>
              <a:spcAft>
                <a:spcPts val="1600"/>
              </a:spcAft>
              <a:buSzPts val="2400"/>
              <a:buFont typeface="Source Sans Pro"/>
              <a:buNone/>
              <a:defRPr sz="2400">
                <a:latin typeface="Source Sans Pro"/>
                <a:ea typeface="Source Sans Pro"/>
                <a:cs typeface="Source Sans Pro"/>
                <a:sym typeface="Source Sans Pro"/>
              </a:defRPr>
            </a:lvl9pPr>
          </a:lstStyle>
          <a:p/>
        </p:txBody>
      </p:sp>
      <p:sp>
        <p:nvSpPr>
          <p:cNvPr id="125" name="Google Shape;125;p12"/>
          <p:cNvSpPr txBox="1"/>
          <p:nvPr>
            <p:ph idx="3" type="body"/>
          </p:nvPr>
        </p:nvSpPr>
        <p:spPr>
          <a:xfrm>
            <a:off x="688825" y="1671075"/>
            <a:ext cx="2511900" cy="2265300"/>
          </a:xfrm>
          <a:prstGeom prst="rect">
            <a:avLst/>
          </a:prstGeom>
        </p:spPr>
        <p:txBody>
          <a:bodyPr anchorCtr="0" anchor="t" bIns="0" lIns="0" spcFirstLastPara="1" rIns="0" wrap="square" tIns="0">
            <a:noAutofit/>
          </a:bodyPr>
          <a:lstStyle>
            <a:lvl1pPr indent="-317500" lvl="0" marL="457200">
              <a:lnSpc>
                <a:spcPct val="100000"/>
              </a:lnSpc>
              <a:spcBef>
                <a:spcPts val="0"/>
              </a:spcBef>
              <a:spcAft>
                <a:spcPts val="0"/>
              </a:spcAft>
              <a:buSzPts val="1400"/>
              <a:buChar char="●"/>
              <a:defRPr sz="1400"/>
            </a:lvl1pPr>
            <a:lvl2pPr indent="-317500" lvl="1" marL="914400">
              <a:lnSpc>
                <a:spcPct val="100000"/>
              </a:lnSpc>
              <a:spcBef>
                <a:spcPts val="1600"/>
              </a:spcBef>
              <a:spcAft>
                <a:spcPts val="0"/>
              </a:spcAft>
              <a:buSzPts val="1400"/>
              <a:buChar char="○"/>
              <a:defRPr sz="1400"/>
            </a:lvl2pPr>
            <a:lvl3pPr indent="-317500" lvl="2" marL="1371600">
              <a:lnSpc>
                <a:spcPct val="100000"/>
              </a:lnSpc>
              <a:spcBef>
                <a:spcPts val="1600"/>
              </a:spcBef>
              <a:spcAft>
                <a:spcPts val="0"/>
              </a:spcAft>
              <a:buSzPts val="1400"/>
              <a:buChar char="■"/>
              <a:defRPr sz="1400"/>
            </a:lvl3pPr>
            <a:lvl4pPr indent="-317500" lvl="3" marL="1828800">
              <a:lnSpc>
                <a:spcPct val="100000"/>
              </a:lnSpc>
              <a:spcBef>
                <a:spcPts val="1600"/>
              </a:spcBef>
              <a:spcAft>
                <a:spcPts val="0"/>
              </a:spcAft>
              <a:buSzPts val="1400"/>
              <a:buChar char="●"/>
              <a:defRPr sz="1400"/>
            </a:lvl4pPr>
            <a:lvl5pPr indent="-317500" lvl="4" marL="2286000">
              <a:lnSpc>
                <a:spcPct val="100000"/>
              </a:lnSpc>
              <a:spcBef>
                <a:spcPts val="1600"/>
              </a:spcBef>
              <a:spcAft>
                <a:spcPts val="0"/>
              </a:spcAft>
              <a:buSzPts val="1400"/>
              <a:buChar char="○"/>
              <a:defRPr sz="1400"/>
            </a:lvl5pPr>
            <a:lvl6pPr indent="-317500" lvl="5" marL="2743200">
              <a:lnSpc>
                <a:spcPct val="100000"/>
              </a:lnSpc>
              <a:spcBef>
                <a:spcPts val="1600"/>
              </a:spcBef>
              <a:spcAft>
                <a:spcPts val="0"/>
              </a:spcAft>
              <a:buSzPts val="1400"/>
              <a:buChar char="■"/>
              <a:defRPr sz="1400"/>
            </a:lvl6pPr>
            <a:lvl7pPr indent="-317500" lvl="6" marL="3200400">
              <a:lnSpc>
                <a:spcPct val="100000"/>
              </a:lnSpc>
              <a:spcBef>
                <a:spcPts val="1600"/>
              </a:spcBef>
              <a:spcAft>
                <a:spcPts val="0"/>
              </a:spcAft>
              <a:buSzPts val="1400"/>
              <a:buChar char="●"/>
              <a:defRPr sz="1400"/>
            </a:lvl7pPr>
            <a:lvl8pPr indent="-317500" lvl="7" marL="3657600">
              <a:lnSpc>
                <a:spcPct val="100000"/>
              </a:lnSpc>
              <a:spcBef>
                <a:spcPts val="1600"/>
              </a:spcBef>
              <a:spcAft>
                <a:spcPts val="0"/>
              </a:spcAft>
              <a:buSzPts val="1400"/>
              <a:buChar char="○"/>
              <a:defRPr sz="1400"/>
            </a:lvl8pPr>
            <a:lvl9pPr indent="-317500" lvl="8" marL="4114800">
              <a:lnSpc>
                <a:spcPct val="100000"/>
              </a:lnSpc>
              <a:spcBef>
                <a:spcPts val="1600"/>
              </a:spcBef>
              <a:spcAft>
                <a:spcPts val="1600"/>
              </a:spcAft>
              <a:buSzPts val="1400"/>
              <a:buChar char="■"/>
              <a:defRPr sz="1400"/>
            </a:lvl9pPr>
          </a:lstStyle>
          <a:p/>
        </p:txBody>
      </p:sp>
      <p:sp>
        <p:nvSpPr>
          <p:cNvPr id="126" name="Google Shape;126;p12"/>
          <p:cNvSpPr txBox="1"/>
          <p:nvPr>
            <p:ph idx="4" type="subTitle"/>
          </p:nvPr>
        </p:nvSpPr>
        <p:spPr>
          <a:xfrm>
            <a:off x="3526300" y="1134050"/>
            <a:ext cx="2511900" cy="414600"/>
          </a:xfrm>
          <a:prstGeom prst="rect">
            <a:avLst/>
          </a:prstGeom>
        </p:spPr>
        <p:txBody>
          <a:bodyPr anchorCtr="0" anchor="t" bIns="0" lIns="0" spcFirstLastPara="1" rIns="0" wrap="square" tIns="0">
            <a:noAutofit/>
          </a:bodyPr>
          <a:lstStyle>
            <a:lvl1pPr lvl="0" rtl="0">
              <a:spcBef>
                <a:spcPts val="0"/>
              </a:spcBef>
              <a:spcAft>
                <a:spcPts val="0"/>
              </a:spcAft>
              <a:buSzPts val="2400"/>
              <a:buFont typeface="Source Sans Pro"/>
              <a:buNone/>
              <a:defRPr>
                <a:latin typeface="Source Sans Pro"/>
                <a:ea typeface="Source Sans Pro"/>
                <a:cs typeface="Source Sans Pro"/>
                <a:sym typeface="Source Sans Pro"/>
              </a:defRPr>
            </a:lvl1pPr>
            <a:lvl2pPr lvl="1" rtl="0">
              <a:spcBef>
                <a:spcPts val="1600"/>
              </a:spcBef>
              <a:spcAft>
                <a:spcPts val="0"/>
              </a:spcAft>
              <a:buSzPts val="2400"/>
              <a:buFont typeface="Source Sans Pro"/>
              <a:buNone/>
              <a:defRPr sz="2400">
                <a:latin typeface="Source Sans Pro"/>
                <a:ea typeface="Source Sans Pro"/>
                <a:cs typeface="Source Sans Pro"/>
                <a:sym typeface="Source Sans Pro"/>
              </a:defRPr>
            </a:lvl2pPr>
            <a:lvl3pPr lvl="2" rtl="0">
              <a:spcBef>
                <a:spcPts val="1600"/>
              </a:spcBef>
              <a:spcAft>
                <a:spcPts val="0"/>
              </a:spcAft>
              <a:buSzPts val="2400"/>
              <a:buFont typeface="Source Sans Pro"/>
              <a:buNone/>
              <a:defRPr sz="2400">
                <a:latin typeface="Source Sans Pro"/>
                <a:ea typeface="Source Sans Pro"/>
                <a:cs typeface="Source Sans Pro"/>
                <a:sym typeface="Source Sans Pro"/>
              </a:defRPr>
            </a:lvl3pPr>
            <a:lvl4pPr lvl="3" rtl="0">
              <a:spcBef>
                <a:spcPts val="1600"/>
              </a:spcBef>
              <a:spcAft>
                <a:spcPts val="0"/>
              </a:spcAft>
              <a:buSzPts val="2400"/>
              <a:buFont typeface="Source Sans Pro"/>
              <a:buNone/>
              <a:defRPr sz="2400">
                <a:latin typeface="Source Sans Pro"/>
                <a:ea typeface="Source Sans Pro"/>
                <a:cs typeface="Source Sans Pro"/>
                <a:sym typeface="Source Sans Pro"/>
              </a:defRPr>
            </a:lvl4pPr>
            <a:lvl5pPr lvl="4" rtl="0">
              <a:spcBef>
                <a:spcPts val="1600"/>
              </a:spcBef>
              <a:spcAft>
                <a:spcPts val="0"/>
              </a:spcAft>
              <a:buSzPts val="2400"/>
              <a:buFont typeface="Source Sans Pro"/>
              <a:buNone/>
              <a:defRPr sz="2400">
                <a:latin typeface="Source Sans Pro"/>
                <a:ea typeface="Source Sans Pro"/>
                <a:cs typeface="Source Sans Pro"/>
                <a:sym typeface="Source Sans Pro"/>
              </a:defRPr>
            </a:lvl5pPr>
            <a:lvl6pPr lvl="5" rtl="0">
              <a:spcBef>
                <a:spcPts val="1600"/>
              </a:spcBef>
              <a:spcAft>
                <a:spcPts val="0"/>
              </a:spcAft>
              <a:buSzPts val="2400"/>
              <a:buFont typeface="Source Sans Pro"/>
              <a:buNone/>
              <a:defRPr sz="2400">
                <a:latin typeface="Source Sans Pro"/>
                <a:ea typeface="Source Sans Pro"/>
                <a:cs typeface="Source Sans Pro"/>
                <a:sym typeface="Source Sans Pro"/>
              </a:defRPr>
            </a:lvl6pPr>
            <a:lvl7pPr lvl="6" rtl="0">
              <a:spcBef>
                <a:spcPts val="1600"/>
              </a:spcBef>
              <a:spcAft>
                <a:spcPts val="0"/>
              </a:spcAft>
              <a:buSzPts val="2400"/>
              <a:buFont typeface="Source Sans Pro"/>
              <a:buNone/>
              <a:defRPr sz="2400">
                <a:latin typeface="Source Sans Pro"/>
                <a:ea typeface="Source Sans Pro"/>
                <a:cs typeface="Source Sans Pro"/>
                <a:sym typeface="Source Sans Pro"/>
              </a:defRPr>
            </a:lvl7pPr>
            <a:lvl8pPr lvl="7" rtl="0">
              <a:spcBef>
                <a:spcPts val="1600"/>
              </a:spcBef>
              <a:spcAft>
                <a:spcPts val="0"/>
              </a:spcAft>
              <a:buSzPts val="2400"/>
              <a:buFont typeface="Source Sans Pro"/>
              <a:buNone/>
              <a:defRPr sz="2400">
                <a:latin typeface="Source Sans Pro"/>
                <a:ea typeface="Source Sans Pro"/>
                <a:cs typeface="Source Sans Pro"/>
                <a:sym typeface="Source Sans Pro"/>
              </a:defRPr>
            </a:lvl8pPr>
            <a:lvl9pPr lvl="8" rtl="0">
              <a:spcBef>
                <a:spcPts val="1600"/>
              </a:spcBef>
              <a:spcAft>
                <a:spcPts val="1600"/>
              </a:spcAft>
              <a:buSzPts val="2400"/>
              <a:buFont typeface="Source Sans Pro"/>
              <a:buNone/>
              <a:defRPr sz="2400">
                <a:latin typeface="Source Sans Pro"/>
                <a:ea typeface="Source Sans Pro"/>
                <a:cs typeface="Source Sans Pro"/>
                <a:sym typeface="Source Sans Pro"/>
              </a:defRPr>
            </a:lvl9pPr>
          </a:lstStyle>
          <a:p/>
        </p:txBody>
      </p:sp>
      <p:sp>
        <p:nvSpPr>
          <p:cNvPr id="127" name="Google Shape;127;p12"/>
          <p:cNvSpPr txBox="1"/>
          <p:nvPr>
            <p:ph idx="5" type="body"/>
          </p:nvPr>
        </p:nvSpPr>
        <p:spPr>
          <a:xfrm>
            <a:off x="3526300" y="1671075"/>
            <a:ext cx="2511900" cy="2265300"/>
          </a:xfrm>
          <a:prstGeom prst="rect">
            <a:avLst/>
          </a:prstGeom>
        </p:spPr>
        <p:txBody>
          <a:bodyPr anchorCtr="0" anchor="t" bIns="0" lIns="0" spcFirstLastPara="1" rIns="0" wrap="square" tIns="0">
            <a:noAutofit/>
          </a:bodyPr>
          <a:lstStyle>
            <a:lvl1pPr indent="-317500" lvl="0" marL="457200" rtl="0">
              <a:lnSpc>
                <a:spcPct val="100000"/>
              </a:lnSpc>
              <a:spcBef>
                <a:spcPts val="0"/>
              </a:spcBef>
              <a:spcAft>
                <a:spcPts val="0"/>
              </a:spcAft>
              <a:buSzPts val="1400"/>
              <a:buChar char="●"/>
              <a:defRPr sz="1400"/>
            </a:lvl1pPr>
            <a:lvl2pPr indent="-317500" lvl="1" marL="914400" rtl="0">
              <a:lnSpc>
                <a:spcPct val="100000"/>
              </a:lnSpc>
              <a:spcBef>
                <a:spcPts val="1600"/>
              </a:spcBef>
              <a:spcAft>
                <a:spcPts val="0"/>
              </a:spcAft>
              <a:buSzPts val="1400"/>
              <a:buChar char="○"/>
              <a:defRPr sz="1400"/>
            </a:lvl2pPr>
            <a:lvl3pPr indent="-317500" lvl="2" marL="1371600" rtl="0">
              <a:lnSpc>
                <a:spcPct val="100000"/>
              </a:lnSpc>
              <a:spcBef>
                <a:spcPts val="1600"/>
              </a:spcBef>
              <a:spcAft>
                <a:spcPts val="0"/>
              </a:spcAft>
              <a:buSzPts val="1400"/>
              <a:buChar char="■"/>
              <a:defRPr sz="1400"/>
            </a:lvl3pPr>
            <a:lvl4pPr indent="-317500" lvl="3" marL="1828800" rtl="0">
              <a:lnSpc>
                <a:spcPct val="100000"/>
              </a:lnSpc>
              <a:spcBef>
                <a:spcPts val="1600"/>
              </a:spcBef>
              <a:spcAft>
                <a:spcPts val="0"/>
              </a:spcAft>
              <a:buSzPts val="1400"/>
              <a:buChar char="●"/>
              <a:defRPr sz="1400"/>
            </a:lvl4pPr>
            <a:lvl5pPr indent="-317500" lvl="4" marL="2286000" rtl="0">
              <a:lnSpc>
                <a:spcPct val="100000"/>
              </a:lnSpc>
              <a:spcBef>
                <a:spcPts val="1600"/>
              </a:spcBef>
              <a:spcAft>
                <a:spcPts val="0"/>
              </a:spcAft>
              <a:buSzPts val="1400"/>
              <a:buChar char="○"/>
              <a:defRPr sz="1400"/>
            </a:lvl5pPr>
            <a:lvl6pPr indent="-317500" lvl="5" marL="2743200" rtl="0">
              <a:lnSpc>
                <a:spcPct val="100000"/>
              </a:lnSpc>
              <a:spcBef>
                <a:spcPts val="1600"/>
              </a:spcBef>
              <a:spcAft>
                <a:spcPts val="0"/>
              </a:spcAft>
              <a:buSzPts val="1400"/>
              <a:buChar char="■"/>
              <a:defRPr sz="1400"/>
            </a:lvl6pPr>
            <a:lvl7pPr indent="-317500" lvl="6" marL="3200400" rtl="0">
              <a:lnSpc>
                <a:spcPct val="100000"/>
              </a:lnSpc>
              <a:spcBef>
                <a:spcPts val="1600"/>
              </a:spcBef>
              <a:spcAft>
                <a:spcPts val="0"/>
              </a:spcAft>
              <a:buSzPts val="1400"/>
              <a:buChar char="●"/>
              <a:defRPr sz="1400"/>
            </a:lvl7pPr>
            <a:lvl8pPr indent="-317500" lvl="7" marL="3657600" rtl="0">
              <a:lnSpc>
                <a:spcPct val="100000"/>
              </a:lnSpc>
              <a:spcBef>
                <a:spcPts val="1600"/>
              </a:spcBef>
              <a:spcAft>
                <a:spcPts val="0"/>
              </a:spcAft>
              <a:buSzPts val="1400"/>
              <a:buChar char="○"/>
              <a:defRPr sz="1400"/>
            </a:lvl8pPr>
            <a:lvl9pPr indent="-317500" lvl="8" marL="4114800" rtl="0">
              <a:lnSpc>
                <a:spcPct val="100000"/>
              </a:lnSpc>
              <a:spcBef>
                <a:spcPts val="1600"/>
              </a:spcBef>
              <a:spcAft>
                <a:spcPts val="1600"/>
              </a:spcAft>
              <a:buSzPts val="1400"/>
              <a:buChar char="■"/>
              <a:defRPr sz="1400"/>
            </a:lvl9pPr>
          </a:lstStyle>
          <a:p/>
        </p:txBody>
      </p:sp>
      <p:sp>
        <p:nvSpPr>
          <p:cNvPr id="128" name="Google Shape;128;p12"/>
          <p:cNvSpPr txBox="1"/>
          <p:nvPr>
            <p:ph idx="6" type="subTitle"/>
          </p:nvPr>
        </p:nvSpPr>
        <p:spPr>
          <a:xfrm>
            <a:off x="6363775" y="1134050"/>
            <a:ext cx="2511900" cy="414600"/>
          </a:xfrm>
          <a:prstGeom prst="rect">
            <a:avLst/>
          </a:prstGeom>
        </p:spPr>
        <p:txBody>
          <a:bodyPr anchorCtr="0" anchor="t" bIns="0" lIns="0" spcFirstLastPara="1" rIns="0" wrap="square" tIns="0">
            <a:noAutofit/>
          </a:bodyPr>
          <a:lstStyle>
            <a:lvl1pPr lvl="0" rtl="0">
              <a:spcBef>
                <a:spcPts val="0"/>
              </a:spcBef>
              <a:spcAft>
                <a:spcPts val="0"/>
              </a:spcAft>
              <a:buSzPts val="2400"/>
              <a:buFont typeface="Source Sans Pro"/>
              <a:buNone/>
              <a:defRPr>
                <a:latin typeface="Source Sans Pro"/>
                <a:ea typeface="Source Sans Pro"/>
                <a:cs typeface="Source Sans Pro"/>
                <a:sym typeface="Source Sans Pro"/>
              </a:defRPr>
            </a:lvl1pPr>
            <a:lvl2pPr lvl="1" rtl="0">
              <a:spcBef>
                <a:spcPts val="1600"/>
              </a:spcBef>
              <a:spcAft>
                <a:spcPts val="0"/>
              </a:spcAft>
              <a:buSzPts val="2400"/>
              <a:buFont typeface="Source Sans Pro"/>
              <a:buNone/>
              <a:defRPr sz="2400">
                <a:latin typeface="Source Sans Pro"/>
                <a:ea typeface="Source Sans Pro"/>
                <a:cs typeface="Source Sans Pro"/>
                <a:sym typeface="Source Sans Pro"/>
              </a:defRPr>
            </a:lvl2pPr>
            <a:lvl3pPr lvl="2" rtl="0">
              <a:spcBef>
                <a:spcPts val="1600"/>
              </a:spcBef>
              <a:spcAft>
                <a:spcPts val="0"/>
              </a:spcAft>
              <a:buSzPts val="2400"/>
              <a:buFont typeface="Source Sans Pro"/>
              <a:buNone/>
              <a:defRPr sz="2400">
                <a:latin typeface="Source Sans Pro"/>
                <a:ea typeface="Source Sans Pro"/>
                <a:cs typeface="Source Sans Pro"/>
                <a:sym typeface="Source Sans Pro"/>
              </a:defRPr>
            </a:lvl3pPr>
            <a:lvl4pPr lvl="3" rtl="0">
              <a:spcBef>
                <a:spcPts val="1600"/>
              </a:spcBef>
              <a:spcAft>
                <a:spcPts val="0"/>
              </a:spcAft>
              <a:buSzPts val="2400"/>
              <a:buFont typeface="Source Sans Pro"/>
              <a:buNone/>
              <a:defRPr sz="2400">
                <a:latin typeface="Source Sans Pro"/>
                <a:ea typeface="Source Sans Pro"/>
                <a:cs typeface="Source Sans Pro"/>
                <a:sym typeface="Source Sans Pro"/>
              </a:defRPr>
            </a:lvl4pPr>
            <a:lvl5pPr lvl="4" rtl="0">
              <a:spcBef>
                <a:spcPts val="1600"/>
              </a:spcBef>
              <a:spcAft>
                <a:spcPts val="0"/>
              </a:spcAft>
              <a:buSzPts val="2400"/>
              <a:buFont typeface="Source Sans Pro"/>
              <a:buNone/>
              <a:defRPr sz="2400">
                <a:latin typeface="Source Sans Pro"/>
                <a:ea typeface="Source Sans Pro"/>
                <a:cs typeface="Source Sans Pro"/>
                <a:sym typeface="Source Sans Pro"/>
              </a:defRPr>
            </a:lvl5pPr>
            <a:lvl6pPr lvl="5" rtl="0">
              <a:spcBef>
                <a:spcPts val="1600"/>
              </a:spcBef>
              <a:spcAft>
                <a:spcPts val="0"/>
              </a:spcAft>
              <a:buSzPts val="2400"/>
              <a:buFont typeface="Source Sans Pro"/>
              <a:buNone/>
              <a:defRPr sz="2400">
                <a:latin typeface="Source Sans Pro"/>
                <a:ea typeface="Source Sans Pro"/>
                <a:cs typeface="Source Sans Pro"/>
                <a:sym typeface="Source Sans Pro"/>
              </a:defRPr>
            </a:lvl6pPr>
            <a:lvl7pPr lvl="6" rtl="0">
              <a:spcBef>
                <a:spcPts val="1600"/>
              </a:spcBef>
              <a:spcAft>
                <a:spcPts val="0"/>
              </a:spcAft>
              <a:buSzPts val="2400"/>
              <a:buFont typeface="Source Sans Pro"/>
              <a:buNone/>
              <a:defRPr sz="2400">
                <a:latin typeface="Source Sans Pro"/>
                <a:ea typeface="Source Sans Pro"/>
                <a:cs typeface="Source Sans Pro"/>
                <a:sym typeface="Source Sans Pro"/>
              </a:defRPr>
            </a:lvl7pPr>
            <a:lvl8pPr lvl="7" rtl="0">
              <a:spcBef>
                <a:spcPts val="1600"/>
              </a:spcBef>
              <a:spcAft>
                <a:spcPts val="0"/>
              </a:spcAft>
              <a:buSzPts val="2400"/>
              <a:buFont typeface="Source Sans Pro"/>
              <a:buNone/>
              <a:defRPr sz="2400">
                <a:latin typeface="Source Sans Pro"/>
                <a:ea typeface="Source Sans Pro"/>
                <a:cs typeface="Source Sans Pro"/>
                <a:sym typeface="Source Sans Pro"/>
              </a:defRPr>
            </a:lvl8pPr>
            <a:lvl9pPr lvl="8" rtl="0">
              <a:spcBef>
                <a:spcPts val="1600"/>
              </a:spcBef>
              <a:spcAft>
                <a:spcPts val="1600"/>
              </a:spcAft>
              <a:buSzPts val="2400"/>
              <a:buFont typeface="Source Sans Pro"/>
              <a:buNone/>
              <a:defRPr sz="2400">
                <a:latin typeface="Source Sans Pro"/>
                <a:ea typeface="Source Sans Pro"/>
                <a:cs typeface="Source Sans Pro"/>
                <a:sym typeface="Source Sans Pro"/>
              </a:defRPr>
            </a:lvl9pPr>
          </a:lstStyle>
          <a:p/>
        </p:txBody>
      </p:sp>
      <p:sp>
        <p:nvSpPr>
          <p:cNvPr id="129" name="Google Shape;129;p12"/>
          <p:cNvSpPr txBox="1"/>
          <p:nvPr>
            <p:ph idx="7" type="body"/>
          </p:nvPr>
        </p:nvSpPr>
        <p:spPr>
          <a:xfrm>
            <a:off x="6363775" y="1671075"/>
            <a:ext cx="2511900" cy="2265300"/>
          </a:xfrm>
          <a:prstGeom prst="rect">
            <a:avLst/>
          </a:prstGeom>
        </p:spPr>
        <p:txBody>
          <a:bodyPr anchorCtr="0" anchor="t" bIns="0" lIns="0" spcFirstLastPara="1" rIns="0" wrap="square" tIns="0">
            <a:noAutofit/>
          </a:bodyPr>
          <a:lstStyle>
            <a:lvl1pPr indent="-317500" lvl="0" marL="457200" rtl="0">
              <a:lnSpc>
                <a:spcPct val="100000"/>
              </a:lnSpc>
              <a:spcBef>
                <a:spcPts val="0"/>
              </a:spcBef>
              <a:spcAft>
                <a:spcPts val="0"/>
              </a:spcAft>
              <a:buSzPts val="1400"/>
              <a:buChar char="●"/>
              <a:defRPr sz="1400"/>
            </a:lvl1pPr>
            <a:lvl2pPr indent="-317500" lvl="1" marL="914400" rtl="0">
              <a:lnSpc>
                <a:spcPct val="100000"/>
              </a:lnSpc>
              <a:spcBef>
                <a:spcPts val="1600"/>
              </a:spcBef>
              <a:spcAft>
                <a:spcPts val="0"/>
              </a:spcAft>
              <a:buSzPts val="1400"/>
              <a:buChar char="○"/>
              <a:defRPr sz="1400"/>
            </a:lvl2pPr>
            <a:lvl3pPr indent="-317500" lvl="2" marL="1371600" rtl="0">
              <a:lnSpc>
                <a:spcPct val="100000"/>
              </a:lnSpc>
              <a:spcBef>
                <a:spcPts val="1600"/>
              </a:spcBef>
              <a:spcAft>
                <a:spcPts val="0"/>
              </a:spcAft>
              <a:buSzPts val="1400"/>
              <a:buChar char="■"/>
              <a:defRPr sz="1400"/>
            </a:lvl3pPr>
            <a:lvl4pPr indent="-317500" lvl="3" marL="1828800" rtl="0">
              <a:lnSpc>
                <a:spcPct val="100000"/>
              </a:lnSpc>
              <a:spcBef>
                <a:spcPts val="1600"/>
              </a:spcBef>
              <a:spcAft>
                <a:spcPts val="0"/>
              </a:spcAft>
              <a:buSzPts val="1400"/>
              <a:buChar char="●"/>
              <a:defRPr sz="1400"/>
            </a:lvl4pPr>
            <a:lvl5pPr indent="-317500" lvl="4" marL="2286000" rtl="0">
              <a:lnSpc>
                <a:spcPct val="100000"/>
              </a:lnSpc>
              <a:spcBef>
                <a:spcPts val="1600"/>
              </a:spcBef>
              <a:spcAft>
                <a:spcPts val="0"/>
              </a:spcAft>
              <a:buSzPts val="1400"/>
              <a:buChar char="○"/>
              <a:defRPr sz="1400"/>
            </a:lvl5pPr>
            <a:lvl6pPr indent="-317500" lvl="5" marL="2743200" rtl="0">
              <a:lnSpc>
                <a:spcPct val="100000"/>
              </a:lnSpc>
              <a:spcBef>
                <a:spcPts val="1600"/>
              </a:spcBef>
              <a:spcAft>
                <a:spcPts val="0"/>
              </a:spcAft>
              <a:buSzPts val="1400"/>
              <a:buChar char="■"/>
              <a:defRPr sz="1400"/>
            </a:lvl6pPr>
            <a:lvl7pPr indent="-317500" lvl="6" marL="3200400" rtl="0">
              <a:lnSpc>
                <a:spcPct val="100000"/>
              </a:lnSpc>
              <a:spcBef>
                <a:spcPts val="1600"/>
              </a:spcBef>
              <a:spcAft>
                <a:spcPts val="0"/>
              </a:spcAft>
              <a:buSzPts val="1400"/>
              <a:buChar char="●"/>
              <a:defRPr sz="1400"/>
            </a:lvl7pPr>
            <a:lvl8pPr indent="-317500" lvl="7" marL="3657600" rtl="0">
              <a:lnSpc>
                <a:spcPct val="100000"/>
              </a:lnSpc>
              <a:spcBef>
                <a:spcPts val="1600"/>
              </a:spcBef>
              <a:spcAft>
                <a:spcPts val="0"/>
              </a:spcAft>
              <a:buSzPts val="1400"/>
              <a:buChar char="○"/>
              <a:defRPr sz="1400"/>
            </a:lvl8pPr>
            <a:lvl9pPr indent="-317500" lvl="8" marL="4114800" rtl="0">
              <a:lnSpc>
                <a:spcPct val="100000"/>
              </a:lnSpc>
              <a:spcBef>
                <a:spcPts val="1600"/>
              </a:spcBef>
              <a:spcAft>
                <a:spcPts val="1600"/>
              </a:spcAft>
              <a:buSzPts val="1400"/>
              <a:buChar char="■"/>
              <a:defRPr sz="1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photo">
  <p:cSld name="MAIN_POINT_2">
    <p:spTree>
      <p:nvGrpSpPr>
        <p:cNvPr id="130" name="Shape 130"/>
        <p:cNvGrpSpPr/>
        <p:nvPr/>
      </p:nvGrpSpPr>
      <p:grpSpPr>
        <a:xfrm>
          <a:off x="0" y="0"/>
          <a:ext cx="0" cy="0"/>
          <a:chOff x="0" y="0"/>
          <a:chExt cx="0" cy="0"/>
        </a:xfrm>
      </p:grpSpPr>
      <p:sp>
        <p:nvSpPr>
          <p:cNvPr id="131" name="Google Shape;131;p13"/>
          <p:cNvSpPr txBox="1"/>
          <p:nvPr>
            <p:ph type="title"/>
          </p:nvPr>
        </p:nvSpPr>
        <p:spPr>
          <a:xfrm>
            <a:off x="4089400" y="1013175"/>
            <a:ext cx="4648500" cy="26967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SzPts val="5100"/>
              <a:buNone/>
              <a:defRPr sz="5100"/>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32" name="Google Shape;132;p13"/>
          <p:cNvSpPr/>
          <p:nvPr>
            <p:ph idx="2" type="pic"/>
          </p:nvPr>
        </p:nvSpPr>
        <p:spPr>
          <a:xfrm>
            <a:off x="-1200325" y="0"/>
            <a:ext cx="4248300" cy="5143500"/>
          </a:xfrm>
          <a:prstGeom prst="rect">
            <a:avLst/>
          </a:prstGeom>
          <a:noFill/>
          <a:ln>
            <a:noFill/>
          </a:ln>
          <a:effectLst>
            <a:outerShdw blurRad="114300" rotWithShape="0" algn="bl" dir="5400000" dist="19050">
              <a:srgbClr val="000000">
                <a:alpha val="12941"/>
              </a:srgbClr>
            </a:outerShdw>
          </a:effectLst>
        </p:spPr>
      </p:sp>
      <p:pic>
        <p:nvPicPr>
          <p:cNvPr id="133" name="Google Shape;133;p13"/>
          <p:cNvPicPr preferRelativeResize="0"/>
          <p:nvPr/>
        </p:nvPicPr>
        <p:blipFill rotWithShape="1">
          <a:blip r:embed="rId2">
            <a:alphaModFix/>
          </a:blip>
          <a:srcRect b="0" l="0" r="0" t="0"/>
          <a:stretch/>
        </p:blipFill>
        <p:spPr>
          <a:xfrm>
            <a:off x="3465100" y="1118150"/>
            <a:ext cx="357101" cy="357101"/>
          </a:xfrm>
          <a:prstGeom prst="rect">
            <a:avLst/>
          </a:prstGeom>
          <a:noFill/>
          <a:ln>
            <a:noFill/>
          </a:ln>
        </p:spPr>
      </p:pic>
      <p:sp>
        <p:nvSpPr>
          <p:cNvPr id="134" name="Google Shape;134;p13"/>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135" name="Google Shape;135;p13"/>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136" name="Google Shape;136;p13"/>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37" name="Google Shape;137;p13"/>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38" name="Google Shape;138;p13"/>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3 1">
  <p:cSld name="MAIN_POINT_2_2_1_1_1">
    <p:bg>
      <p:bgPr>
        <a:solidFill>
          <a:srgbClr val="000000"/>
        </a:solidFill>
      </p:bgPr>
    </p:bg>
    <p:spTree>
      <p:nvGrpSpPr>
        <p:cNvPr id="139" name="Shape 139"/>
        <p:cNvGrpSpPr/>
        <p:nvPr/>
      </p:nvGrpSpPr>
      <p:grpSpPr>
        <a:xfrm>
          <a:off x="0" y="0"/>
          <a:ext cx="0" cy="0"/>
          <a:chOff x="0" y="0"/>
          <a:chExt cx="0" cy="0"/>
        </a:xfrm>
      </p:grpSpPr>
      <p:sp>
        <p:nvSpPr>
          <p:cNvPr id="140" name="Google Shape;140;p14"/>
          <p:cNvSpPr/>
          <p:nvPr>
            <p:ph idx="2" type="pic"/>
          </p:nvPr>
        </p:nvSpPr>
        <p:spPr>
          <a:xfrm>
            <a:off x="-95250" y="-155150"/>
            <a:ext cx="9334500" cy="5467500"/>
          </a:xfrm>
          <a:prstGeom prst="rect">
            <a:avLst/>
          </a:prstGeom>
          <a:noFill/>
          <a:ln>
            <a:noFill/>
          </a:ln>
        </p:spPr>
      </p:sp>
      <p:pic>
        <p:nvPicPr>
          <p:cNvPr id="141" name="Google Shape;141;p14"/>
          <p:cNvPicPr preferRelativeResize="0"/>
          <p:nvPr/>
        </p:nvPicPr>
        <p:blipFill rotWithShape="1">
          <a:blip r:embed="rId2">
            <a:alphaModFix/>
          </a:blip>
          <a:srcRect b="0" l="0" r="0" t="0"/>
          <a:stretch/>
        </p:blipFill>
        <p:spPr>
          <a:xfrm>
            <a:off x="1523975" y="1296782"/>
            <a:ext cx="6096025" cy="254991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Blank" type="titleOnly">
  <p:cSld name="TITLE_ONLY">
    <p:spTree>
      <p:nvGrpSpPr>
        <p:cNvPr id="142" name="Shape 142"/>
        <p:cNvGrpSpPr/>
        <p:nvPr/>
      </p:nvGrpSpPr>
      <p:grpSpPr>
        <a:xfrm>
          <a:off x="0" y="0"/>
          <a:ext cx="0" cy="0"/>
          <a:chOff x="0" y="0"/>
          <a:chExt cx="0" cy="0"/>
        </a:xfrm>
      </p:grpSpPr>
      <p:sp>
        <p:nvSpPr>
          <p:cNvPr id="143" name="Google Shape;143;p15"/>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pic>
        <p:nvPicPr>
          <p:cNvPr id="144" name="Google Shape;144;p15"/>
          <p:cNvPicPr preferRelativeResize="0"/>
          <p:nvPr/>
        </p:nvPicPr>
        <p:blipFill rotWithShape="1">
          <a:blip r:embed="rId2">
            <a:alphaModFix/>
          </a:blip>
          <a:srcRect b="0" l="0" r="0" t="0"/>
          <a:stretch/>
        </p:blipFill>
        <p:spPr>
          <a:xfrm>
            <a:off x="8508125" y="4405475"/>
            <a:ext cx="414509" cy="414514"/>
          </a:xfrm>
          <a:prstGeom prst="rect">
            <a:avLst/>
          </a:prstGeom>
          <a:noFill/>
          <a:ln>
            <a:noFill/>
          </a:ln>
        </p:spPr>
      </p:pic>
      <p:pic>
        <p:nvPicPr>
          <p:cNvPr id="145" name="Google Shape;145;p15"/>
          <p:cNvPicPr preferRelativeResize="0"/>
          <p:nvPr/>
        </p:nvPicPr>
        <p:blipFill rotWithShape="1">
          <a:blip r:embed="rId3">
            <a:alphaModFix/>
          </a:blip>
          <a:srcRect b="0" l="0" r="0" t="0"/>
          <a:stretch/>
        </p:blipFill>
        <p:spPr>
          <a:xfrm>
            <a:off x="8191675" y="4514449"/>
            <a:ext cx="785021" cy="785026"/>
          </a:xfrm>
          <a:prstGeom prst="rect">
            <a:avLst/>
          </a:prstGeom>
          <a:noFill/>
          <a:ln>
            <a:noFill/>
          </a:ln>
        </p:spPr>
      </p:pic>
      <p:pic>
        <p:nvPicPr>
          <p:cNvPr id="146" name="Google Shape;146;p15"/>
          <p:cNvPicPr preferRelativeResize="0"/>
          <p:nvPr/>
        </p:nvPicPr>
        <p:blipFill rotWithShape="1">
          <a:blip r:embed="rId4">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2">
  <p:cSld name="MAIN_POINT_2_2_1">
    <p:bg>
      <p:bgPr>
        <a:solidFill>
          <a:schemeClr val="accent1"/>
        </a:solidFill>
      </p:bgPr>
    </p:bg>
    <p:spTree>
      <p:nvGrpSpPr>
        <p:cNvPr id="147" name="Shape 147"/>
        <p:cNvGrpSpPr/>
        <p:nvPr/>
      </p:nvGrpSpPr>
      <p:grpSpPr>
        <a:xfrm>
          <a:off x="0" y="0"/>
          <a:ext cx="0" cy="0"/>
          <a:chOff x="0" y="0"/>
          <a:chExt cx="0" cy="0"/>
        </a:xfrm>
      </p:grpSpPr>
      <p:sp>
        <p:nvSpPr>
          <p:cNvPr id="148" name="Google Shape;148;p16"/>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lt1"/>
              </a:buClr>
              <a:buSzPts val="5100"/>
              <a:buNone/>
              <a:defRPr sz="5100">
                <a:solidFill>
                  <a:schemeClr val="lt1"/>
                </a:solidFill>
              </a:defRPr>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49" name="Google Shape;149;p16"/>
          <p:cNvSpPr/>
          <p:nvPr>
            <p:ph idx="2" type="pic"/>
          </p:nvPr>
        </p:nvSpPr>
        <p:spPr>
          <a:xfrm>
            <a:off x="2582350" y="-118525"/>
            <a:ext cx="7450800" cy="5380500"/>
          </a:xfrm>
          <a:prstGeom prst="chevron">
            <a:avLst>
              <a:gd fmla="val 50000" name="adj"/>
            </a:avLst>
          </a:prstGeom>
          <a:noFill/>
          <a:ln>
            <a:noFill/>
          </a:ln>
          <a:effectLst>
            <a:outerShdw blurRad="200025" rotWithShape="0" algn="bl" dir="5400000" dist="19050">
              <a:srgbClr val="000000">
                <a:alpha val="20000"/>
              </a:srgbClr>
            </a:outerShdw>
          </a:effectLst>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Photo ">
  <p:cSld name="MAIN_POINT_2_2_2">
    <p:bg>
      <p:bgPr>
        <a:solidFill>
          <a:schemeClr val="dk1"/>
        </a:solidFill>
      </p:bgPr>
    </p:bg>
    <p:spTree>
      <p:nvGrpSpPr>
        <p:cNvPr id="150" name="Shape 150"/>
        <p:cNvGrpSpPr/>
        <p:nvPr/>
      </p:nvGrpSpPr>
      <p:grpSpPr>
        <a:xfrm>
          <a:off x="0" y="0"/>
          <a:ext cx="0" cy="0"/>
          <a:chOff x="0" y="0"/>
          <a:chExt cx="0" cy="0"/>
        </a:xfrm>
      </p:grpSpPr>
      <p:sp>
        <p:nvSpPr>
          <p:cNvPr id="151" name="Google Shape;151;p17"/>
          <p:cNvSpPr/>
          <p:nvPr>
            <p:ph idx="2" type="pic"/>
          </p:nvPr>
        </p:nvSpPr>
        <p:spPr>
          <a:xfrm>
            <a:off x="2072600" y="-1085850"/>
            <a:ext cx="10098000" cy="7315200"/>
          </a:xfrm>
          <a:prstGeom prst="chevron">
            <a:avLst>
              <a:gd fmla="val 50000" name="adj"/>
            </a:avLst>
          </a:prstGeom>
          <a:noFill/>
          <a:ln>
            <a:noFill/>
          </a:ln>
          <a:effectLst>
            <a:outerShdw blurRad="171450" rotWithShape="0" algn="bl" dir="5400000" dist="19050">
              <a:srgbClr val="000000">
                <a:alpha val="7843"/>
              </a:srgbClr>
            </a:outerShdw>
          </a:effectLst>
        </p:spPr>
      </p:sp>
      <p:sp>
        <p:nvSpPr>
          <p:cNvPr id="152" name="Google Shape;152;p17"/>
          <p:cNvSpPr/>
          <p:nvPr>
            <p:ph idx="3" type="pic"/>
          </p:nvPr>
        </p:nvSpPr>
        <p:spPr>
          <a:xfrm>
            <a:off x="-3748850" y="-1085850"/>
            <a:ext cx="10098000" cy="7315200"/>
          </a:xfrm>
          <a:prstGeom prst="chevron">
            <a:avLst>
              <a:gd fmla="val 50000" name="adj"/>
            </a:avLst>
          </a:prstGeom>
          <a:noFill/>
          <a:ln>
            <a:noFill/>
          </a:ln>
          <a:effectLst>
            <a:outerShdw blurRad="171450" rotWithShape="0" algn="bl" dir="5400000" dist="19050">
              <a:srgbClr val="000000">
                <a:alpha val="7843"/>
              </a:srgbClr>
            </a:outerShdw>
          </a:effectLst>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2">
    <p:spTree>
      <p:nvGrpSpPr>
        <p:cNvPr id="153" name="Shape 153"/>
        <p:cNvGrpSpPr/>
        <p:nvPr/>
      </p:nvGrpSpPr>
      <p:grpSpPr>
        <a:xfrm>
          <a:off x="0" y="0"/>
          <a:ext cx="0" cy="0"/>
          <a:chOff x="0" y="0"/>
          <a:chExt cx="0" cy="0"/>
        </a:xfrm>
      </p:grpSpPr>
      <p:sp>
        <p:nvSpPr>
          <p:cNvPr id="154" name="Google Shape;154;p18"/>
          <p:cNvSpPr txBox="1"/>
          <p:nvPr>
            <p:ph type="ctrTitle"/>
          </p:nvPr>
        </p:nvSpPr>
        <p:spPr>
          <a:xfrm>
            <a:off x="2093850" y="859575"/>
            <a:ext cx="4956300" cy="1719000"/>
          </a:xfrm>
          <a:prstGeom prst="rect">
            <a:avLst/>
          </a:prstGeom>
          <a:noFill/>
          <a:ln>
            <a:noFill/>
          </a:ln>
        </p:spPr>
        <p:txBody>
          <a:bodyPr anchorCtr="0" anchor="ctr" bIns="0" lIns="0" spcFirstLastPara="1" rIns="0" wrap="square" tIns="0">
            <a:noAutofit/>
          </a:bodyPr>
          <a:lstStyle>
            <a:lvl1pPr lvl="0" algn="ctr">
              <a:lnSpc>
                <a:spcPct val="80000"/>
              </a:lnSpc>
              <a:spcBef>
                <a:spcPts val="0"/>
              </a:spcBef>
              <a:spcAft>
                <a:spcPts val="0"/>
              </a:spcAft>
              <a:buSzPts val="5500"/>
              <a:buNone/>
              <a:defRPr sz="5500"/>
            </a:lvl1pPr>
            <a:lvl2pPr lvl="1" algn="l">
              <a:lnSpc>
                <a:spcPct val="100000"/>
              </a:lnSpc>
              <a:spcBef>
                <a:spcPts val="0"/>
              </a:spcBef>
              <a:spcAft>
                <a:spcPts val="0"/>
              </a:spcAft>
              <a:buSzPts val="5200"/>
              <a:buNone/>
              <a:defRPr sz="5200"/>
            </a:lvl2pPr>
            <a:lvl3pPr lvl="2" algn="l">
              <a:lnSpc>
                <a:spcPct val="100000"/>
              </a:lnSpc>
              <a:spcBef>
                <a:spcPts val="0"/>
              </a:spcBef>
              <a:spcAft>
                <a:spcPts val="0"/>
              </a:spcAft>
              <a:buSzPts val="5200"/>
              <a:buNone/>
              <a:defRPr sz="5200"/>
            </a:lvl3pPr>
            <a:lvl4pPr lvl="3" algn="l">
              <a:lnSpc>
                <a:spcPct val="100000"/>
              </a:lnSpc>
              <a:spcBef>
                <a:spcPts val="0"/>
              </a:spcBef>
              <a:spcAft>
                <a:spcPts val="0"/>
              </a:spcAft>
              <a:buSzPts val="5200"/>
              <a:buNone/>
              <a:defRPr sz="5200"/>
            </a:lvl4pPr>
            <a:lvl5pPr lvl="4" algn="l">
              <a:lnSpc>
                <a:spcPct val="100000"/>
              </a:lnSpc>
              <a:spcBef>
                <a:spcPts val="0"/>
              </a:spcBef>
              <a:spcAft>
                <a:spcPts val="0"/>
              </a:spcAft>
              <a:buSzPts val="5200"/>
              <a:buNone/>
              <a:defRPr sz="5200"/>
            </a:lvl5pPr>
            <a:lvl6pPr lvl="5" algn="l">
              <a:lnSpc>
                <a:spcPct val="100000"/>
              </a:lnSpc>
              <a:spcBef>
                <a:spcPts val="0"/>
              </a:spcBef>
              <a:spcAft>
                <a:spcPts val="0"/>
              </a:spcAft>
              <a:buSzPts val="5200"/>
              <a:buNone/>
              <a:defRPr sz="5200"/>
            </a:lvl6pPr>
            <a:lvl7pPr lvl="6" algn="l">
              <a:lnSpc>
                <a:spcPct val="100000"/>
              </a:lnSpc>
              <a:spcBef>
                <a:spcPts val="0"/>
              </a:spcBef>
              <a:spcAft>
                <a:spcPts val="0"/>
              </a:spcAft>
              <a:buSzPts val="5200"/>
              <a:buNone/>
              <a:defRPr sz="5200"/>
            </a:lvl7pPr>
            <a:lvl8pPr lvl="7" algn="l">
              <a:lnSpc>
                <a:spcPct val="100000"/>
              </a:lnSpc>
              <a:spcBef>
                <a:spcPts val="0"/>
              </a:spcBef>
              <a:spcAft>
                <a:spcPts val="0"/>
              </a:spcAft>
              <a:buSzPts val="5200"/>
              <a:buNone/>
              <a:defRPr sz="5200"/>
            </a:lvl8pPr>
            <a:lvl9pPr lvl="8" algn="l">
              <a:lnSpc>
                <a:spcPct val="100000"/>
              </a:lnSpc>
              <a:spcBef>
                <a:spcPts val="0"/>
              </a:spcBef>
              <a:spcAft>
                <a:spcPts val="0"/>
              </a:spcAft>
              <a:buSzPts val="5200"/>
              <a:buNone/>
              <a:defRPr sz="5200"/>
            </a:lvl9pPr>
          </a:lstStyle>
          <a:p/>
        </p:txBody>
      </p:sp>
      <p:sp>
        <p:nvSpPr>
          <p:cNvPr id="155" name="Google Shape;155;p18"/>
          <p:cNvSpPr txBox="1"/>
          <p:nvPr/>
        </p:nvSpPr>
        <p:spPr>
          <a:xfrm>
            <a:off x="761975" y="3423775"/>
            <a:ext cx="3807600" cy="84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1" sz="1300" u="none" cap="none" strike="noStrike">
              <a:solidFill>
                <a:schemeClr val="lt1"/>
              </a:solidFill>
              <a:latin typeface="Source Sans Pro"/>
              <a:ea typeface="Source Sans Pro"/>
              <a:cs typeface="Source Sans Pro"/>
              <a:sym typeface="Source Sans Pro"/>
            </a:endParaRPr>
          </a:p>
        </p:txBody>
      </p:sp>
      <p:pic>
        <p:nvPicPr>
          <p:cNvPr id="156" name="Google Shape;156;p18"/>
          <p:cNvPicPr preferRelativeResize="0"/>
          <p:nvPr/>
        </p:nvPicPr>
        <p:blipFill rotWithShape="1">
          <a:blip r:embed="rId2">
            <a:alphaModFix/>
          </a:blip>
          <a:srcRect b="0" l="0" r="0" t="0"/>
          <a:stretch/>
        </p:blipFill>
        <p:spPr>
          <a:xfrm>
            <a:off x="3157188" y="4400095"/>
            <a:ext cx="2829624" cy="332975"/>
          </a:xfrm>
          <a:prstGeom prst="rect">
            <a:avLst/>
          </a:prstGeom>
          <a:noFill/>
          <a:ln>
            <a:noFill/>
          </a:ln>
        </p:spPr>
      </p:pic>
      <p:pic>
        <p:nvPicPr>
          <p:cNvPr id="157" name="Google Shape;157;p18"/>
          <p:cNvPicPr preferRelativeResize="0"/>
          <p:nvPr/>
        </p:nvPicPr>
        <p:blipFill rotWithShape="1">
          <a:blip r:embed="rId3">
            <a:alphaModFix/>
          </a:blip>
          <a:srcRect b="0" l="0" r="0" t="19112"/>
          <a:stretch/>
        </p:blipFill>
        <p:spPr>
          <a:xfrm>
            <a:off x="-1530325" y="3251200"/>
            <a:ext cx="12103050" cy="683575"/>
          </a:xfrm>
          <a:prstGeom prst="rect">
            <a:avLst/>
          </a:prstGeom>
          <a:noFill/>
          <a:ln>
            <a:noFill/>
          </a:ln>
        </p:spPr>
      </p:pic>
      <p:sp>
        <p:nvSpPr>
          <p:cNvPr id="158" name="Google Shape;158;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SECTION_HEADER_1_1_1">
    <p:bg>
      <p:bgPr>
        <a:solidFill>
          <a:schemeClr val="lt1"/>
        </a:solidFill>
      </p:bgPr>
    </p:bg>
    <p:spTree>
      <p:nvGrpSpPr>
        <p:cNvPr id="159" name="Shape 159"/>
        <p:cNvGrpSpPr/>
        <p:nvPr/>
      </p:nvGrpSpPr>
      <p:grpSpPr>
        <a:xfrm>
          <a:off x="0" y="0"/>
          <a:ext cx="0" cy="0"/>
          <a:chOff x="0" y="0"/>
          <a:chExt cx="0" cy="0"/>
        </a:xfrm>
      </p:grpSpPr>
      <p:sp>
        <p:nvSpPr>
          <p:cNvPr id="160" name="Google Shape;160;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161" name="Google Shape;161;p19"/>
          <p:cNvSpPr/>
          <p:nvPr/>
        </p:nvSpPr>
        <p:spPr>
          <a:xfrm>
            <a:off x="1650" y="0"/>
            <a:ext cx="9144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9"/>
          <p:cNvSpPr txBox="1"/>
          <p:nvPr>
            <p:ph type="title"/>
          </p:nvPr>
        </p:nvSpPr>
        <p:spPr>
          <a:xfrm>
            <a:off x="761975" y="0"/>
            <a:ext cx="76230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rgbClr val="000000"/>
              </a:buClr>
              <a:buSzPts val="6800"/>
              <a:buNone/>
              <a:defRPr sz="6800">
                <a:solidFill>
                  <a:srgbClr val="000000"/>
                </a:solidFill>
              </a:defRPr>
            </a:lvl1pPr>
            <a:lvl2pPr lvl="1" algn="l">
              <a:lnSpc>
                <a:spcPct val="100000"/>
              </a:lnSpc>
              <a:spcBef>
                <a:spcPts val="0"/>
              </a:spcBef>
              <a:spcAft>
                <a:spcPts val="0"/>
              </a:spcAft>
              <a:buSzPts val="8900"/>
              <a:buNone/>
              <a:defRPr sz="8900"/>
            </a:lvl2pPr>
            <a:lvl3pPr lvl="2" algn="l">
              <a:lnSpc>
                <a:spcPct val="100000"/>
              </a:lnSpc>
              <a:spcBef>
                <a:spcPts val="0"/>
              </a:spcBef>
              <a:spcAft>
                <a:spcPts val="0"/>
              </a:spcAft>
              <a:buSzPts val="8900"/>
              <a:buNone/>
              <a:defRPr sz="8900"/>
            </a:lvl3pPr>
            <a:lvl4pPr lvl="3" algn="l">
              <a:lnSpc>
                <a:spcPct val="100000"/>
              </a:lnSpc>
              <a:spcBef>
                <a:spcPts val="0"/>
              </a:spcBef>
              <a:spcAft>
                <a:spcPts val="0"/>
              </a:spcAft>
              <a:buSzPts val="8900"/>
              <a:buNone/>
              <a:defRPr sz="8900"/>
            </a:lvl4pPr>
            <a:lvl5pPr lvl="4" algn="l">
              <a:lnSpc>
                <a:spcPct val="100000"/>
              </a:lnSpc>
              <a:spcBef>
                <a:spcPts val="0"/>
              </a:spcBef>
              <a:spcAft>
                <a:spcPts val="0"/>
              </a:spcAft>
              <a:buSzPts val="8900"/>
              <a:buNone/>
              <a:defRPr sz="8900"/>
            </a:lvl5pPr>
            <a:lvl6pPr lvl="5" algn="l">
              <a:lnSpc>
                <a:spcPct val="100000"/>
              </a:lnSpc>
              <a:spcBef>
                <a:spcPts val="0"/>
              </a:spcBef>
              <a:spcAft>
                <a:spcPts val="0"/>
              </a:spcAft>
              <a:buSzPts val="8900"/>
              <a:buNone/>
              <a:defRPr sz="8900"/>
            </a:lvl6pPr>
            <a:lvl7pPr lvl="6" algn="l">
              <a:lnSpc>
                <a:spcPct val="100000"/>
              </a:lnSpc>
              <a:spcBef>
                <a:spcPts val="0"/>
              </a:spcBef>
              <a:spcAft>
                <a:spcPts val="0"/>
              </a:spcAft>
              <a:buSzPts val="8900"/>
              <a:buNone/>
              <a:defRPr sz="8900"/>
            </a:lvl7pPr>
            <a:lvl8pPr lvl="7" algn="l">
              <a:lnSpc>
                <a:spcPct val="100000"/>
              </a:lnSpc>
              <a:spcBef>
                <a:spcPts val="0"/>
              </a:spcBef>
              <a:spcAft>
                <a:spcPts val="0"/>
              </a:spcAft>
              <a:buSzPts val="8900"/>
              <a:buNone/>
              <a:defRPr sz="8900"/>
            </a:lvl8pPr>
            <a:lvl9pPr lvl="8" algn="l">
              <a:lnSpc>
                <a:spcPct val="100000"/>
              </a:lnSpc>
              <a:spcBef>
                <a:spcPts val="0"/>
              </a:spcBef>
              <a:spcAft>
                <a:spcPts val="0"/>
              </a:spcAft>
              <a:buSzPts val="8900"/>
              <a:buNone/>
              <a:defRPr sz="89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3">
    <p:spTree>
      <p:nvGrpSpPr>
        <p:cNvPr id="163" name="Shape 163"/>
        <p:cNvGrpSpPr/>
        <p:nvPr/>
      </p:nvGrpSpPr>
      <p:grpSpPr>
        <a:xfrm>
          <a:off x="0" y="0"/>
          <a:ext cx="0" cy="0"/>
          <a:chOff x="0" y="0"/>
          <a:chExt cx="0" cy="0"/>
        </a:xfrm>
      </p:grpSpPr>
      <p:sp>
        <p:nvSpPr>
          <p:cNvPr id="164" name="Google Shape;164;p20"/>
          <p:cNvSpPr/>
          <p:nvPr/>
        </p:nvSpPr>
        <p:spPr>
          <a:xfrm>
            <a:off x="1650" y="0"/>
            <a:ext cx="9144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0"/>
          <p:cNvSpPr txBox="1"/>
          <p:nvPr>
            <p:ph type="title"/>
          </p:nvPr>
        </p:nvSpPr>
        <p:spPr>
          <a:xfrm>
            <a:off x="761975" y="0"/>
            <a:ext cx="76230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rgbClr val="FFFFFF"/>
              </a:buClr>
              <a:buSzPts val="6800"/>
              <a:buNone/>
              <a:defRPr sz="6800">
                <a:solidFill>
                  <a:srgbClr val="FFFFFF"/>
                </a:solidFill>
              </a:defRPr>
            </a:lvl1pPr>
            <a:lvl2pPr lvl="1" algn="l">
              <a:lnSpc>
                <a:spcPct val="100000"/>
              </a:lnSpc>
              <a:spcBef>
                <a:spcPts val="0"/>
              </a:spcBef>
              <a:spcAft>
                <a:spcPts val="0"/>
              </a:spcAft>
              <a:buSzPts val="8900"/>
              <a:buNone/>
              <a:defRPr sz="8900"/>
            </a:lvl2pPr>
            <a:lvl3pPr lvl="2" algn="l">
              <a:lnSpc>
                <a:spcPct val="100000"/>
              </a:lnSpc>
              <a:spcBef>
                <a:spcPts val="0"/>
              </a:spcBef>
              <a:spcAft>
                <a:spcPts val="0"/>
              </a:spcAft>
              <a:buSzPts val="8900"/>
              <a:buNone/>
              <a:defRPr sz="8900"/>
            </a:lvl3pPr>
            <a:lvl4pPr lvl="3" algn="l">
              <a:lnSpc>
                <a:spcPct val="100000"/>
              </a:lnSpc>
              <a:spcBef>
                <a:spcPts val="0"/>
              </a:spcBef>
              <a:spcAft>
                <a:spcPts val="0"/>
              </a:spcAft>
              <a:buSzPts val="8900"/>
              <a:buNone/>
              <a:defRPr sz="8900"/>
            </a:lvl4pPr>
            <a:lvl5pPr lvl="4" algn="l">
              <a:lnSpc>
                <a:spcPct val="100000"/>
              </a:lnSpc>
              <a:spcBef>
                <a:spcPts val="0"/>
              </a:spcBef>
              <a:spcAft>
                <a:spcPts val="0"/>
              </a:spcAft>
              <a:buSzPts val="8900"/>
              <a:buNone/>
              <a:defRPr sz="8900"/>
            </a:lvl5pPr>
            <a:lvl6pPr lvl="5" algn="l">
              <a:lnSpc>
                <a:spcPct val="100000"/>
              </a:lnSpc>
              <a:spcBef>
                <a:spcPts val="0"/>
              </a:spcBef>
              <a:spcAft>
                <a:spcPts val="0"/>
              </a:spcAft>
              <a:buSzPts val="8900"/>
              <a:buNone/>
              <a:defRPr sz="8900"/>
            </a:lvl6pPr>
            <a:lvl7pPr lvl="6" algn="l">
              <a:lnSpc>
                <a:spcPct val="100000"/>
              </a:lnSpc>
              <a:spcBef>
                <a:spcPts val="0"/>
              </a:spcBef>
              <a:spcAft>
                <a:spcPts val="0"/>
              </a:spcAft>
              <a:buSzPts val="8900"/>
              <a:buNone/>
              <a:defRPr sz="8900"/>
            </a:lvl7pPr>
            <a:lvl8pPr lvl="7" algn="l">
              <a:lnSpc>
                <a:spcPct val="100000"/>
              </a:lnSpc>
              <a:spcBef>
                <a:spcPts val="0"/>
              </a:spcBef>
              <a:spcAft>
                <a:spcPts val="0"/>
              </a:spcAft>
              <a:buSzPts val="8900"/>
              <a:buNone/>
              <a:defRPr sz="8900"/>
            </a:lvl8pPr>
            <a:lvl9pPr lvl="8" algn="l">
              <a:lnSpc>
                <a:spcPct val="100000"/>
              </a:lnSpc>
              <a:spcBef>
                <a:spcPts val="0"/>
              </a:spcBef>
              <a:spcAft>
                <a:spcPts val="0"/>
              </a:spcAft>
              <a:buSzPts val="8900"/>
              <a:buNone/>
              <a:defRPr sz="89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Boxes">
  <p:cSld name="TITLE_ONLY_1_1">
    <p:spTree>
      <p:nvGrpSpPr>
        <p:cNvPr id="166" name="Shape 166"/>
        <p:cNvGrpSpPr/>
        <p:nvPr/>
      </p:nvGrpSpPr>
      <p:grpSpPr>
        <a:xfrm>
          <a:off x="0" y="0"/>
          <a:ext cx="0" cy="0"/>
          <a:chOff x="0" y="0"/>
          <a:chExt cx="0" cy="0"/>
        </a:xfrm>
      </p:grpSpPr>
      <p:sp>
        <p:nvSpPr>
          <p:cNvPr id="167" name="Google Shape;167;p21"/>
          <p:cNvSpPr/>
          <p:nvPr/>
        </p:nvSpPr>
        <p:spPr>
          <a:xfrm>
            <a:off x="654225" y="1297000"/>
            <a:ext cx="2418300" cy="2397600"/>
          </a:xfrm>
          <a:prstGeom prst="rect">
            <a:avLst/>
          </a:prstGeom>
          <a:solidFill>
            <a:schemeClr val="lt2"/>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1"/>
          <p:cNvSpPr/>
          <p:nvPr/>
        </p:nvSpPr>
        <p:spPr>
          <a:xfrm>
            <a:off x="3362892" y="1297000"/>
            <a:ext cx="2418300" cy="23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1"/>
          <p:cNvSpPr/>
          <p:nvPr/>
        </p:nvSpPr>
        <p:spPr>
          <a:xfrm>
            <a:off x="6071559" y="1297000"/>
            <a:ext cx="2418300" cy="23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1"/>
          <p:cNvSpPr txBox="1"/>
          <p:nvPr>
            <p:ph idx="1" type="subTitle"/>
          </p:nvPr>
        </p:nvSpPr>
        <p:spPr>
          <a:xfrm>
            <a:off x="654250" y="1297000"/>
            <a:ext cx="2418300" cy="23976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1" name="Google Shape;171;p21"/>
          <p:cNvSpPr txBox="1"/>
          <p:nvPr>
            <p:ph idx="2" type="subTitle"/>
          </p:nvPr>
        </p:nvSpPr>
        <p:spPr>
          <a:xfrm>
            <a:off x="3362900" y="1297000"/>
            <a:ext cx="2418300" cy="23976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2" name="Google Shape;172;p21"/>
          <p:cNvSpPr txBox="1"/>
          <p:nvPr>
            <p:ph idx="3" type="subTitle"/>
          </p:nvPr>
        </p:nvSpPr>
        <p:spPr>
          <a:xfrm>
            <a:off x="6071575" y="1297000"/>
            <a:ext cx="2418300" cy="23976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3" name="Google Shape;173;p21"/>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pic>
        <p:nvPicPr>
          <p:cNvPr id="174" name="Google Shape;174;p21"/>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175" name="Google Shape;175;p21"/>
          <p:cNvSpPr txBox="1"/>
          <p:nvPr>
            <p:ph idx="4"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176" name="Google Shape;176;p21"/>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77" name="Google Shape;177;p21"/>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78" name="Google Shape;178;p21"/>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179" name="Google Shape;179;p21"/>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412">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p:cSld name="MAIN_POINT_2_2">
    <p:bg>
      <p:bgPr>
        <a:solidFill>
          <a:schemeClr val="lt1"/>
        </a:solidFill>
      </p:bgPr>
    </p:bg>
    <p:spTree>
      <p:nvGrpSpPr>
        <p:cNvPr id="180" name="Shape 180"/>
        <p:cNvGrpSpPr/>
        <p:nvPr/>
      </p:nvGrpSpPr>
      <p:grpSpPr>
        <a:xfrm>
          <a:off x="0" y="0"/>
          <a:ext cx="0" cy="0"/>
          <a:chOff x="0" y="0"/>
          <a:chExt cx="0" cy="0"/>
        </a:xfrm>
      </p:grpSpPr>
      <p:sp>
        <p:nvSpPr>
          <p:cNvPr id="181" name="Google Shape;181;p22"/>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SzPts val="5100"/>
              <a:buNone/>
              <a:defRPr sz="5100"/>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82" name="Google Shape;182;p22"/>
          <p:cNvSpPr/>
          <p:nvPr>
            <p:ph idx="2" type="pic"/>
          </p:nvPr>
        </p:nvSpPr>
        <p:spPr>
          <a:xfrm>
            <a:off x="2633150" y="-127000"/>
            <a:ext cx="7450800" cy="5397600"/>
          </a:xfrm>
          <a:prstGeom prst="chevron">
            <a:avLst>
              <a:gd fmla="val 50000" name="adj"/>
            </a:avLst>
          </a:prstGeom>
          <a:noFill/>
          <a:ln>
            <a:noFill/>
          </a:ln>
          <a:effectLst>
            <a:outerShdw blurRad="171450" rotWithShape="0" algn="bl" dir="5400000" dist="19050">
              <a:srgbClr val="000000">
                <a:alpha val="7843"/>
              </a:srgbClr>
            </a:outerShdw>
          </a:effectLst>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3">
  <p:cSld name="MAIN_POINT_2_2_1_1">
    <p:bg>
      <p:bgPr>
        <a:solidFill>
          <a:srgbClr val="000000"/>
        </a:solidFill>
      </p:bgPr>
    </p:bg>
    <p:spTree>
      <p:nvGrpSpPr>
        <p:cNvPr id="183" name="Shape 183"/>
        <p:cNvGrpSpPr/>
        <p:nvPr/>
      </p:nvGrpSpPr>
      <p:grpSpPr>
        <a:xfrm>
          <a:off x="0" y="0"/>
          <a:ext cx="0" cy="0"/>
          <a:chOff x="0" y="0"/>
          <a:chExt cx="0" cy="0"/>
        </a:xfrm>
      </p:grpSpPr>
      <p:sp>
        <p:nvSpPr>
          <p:cNvPr id="184" name="Google Shape;184;p23"/>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lt1"/>
              </a:buClr>
              <a:buSzPts val="5100"/>
              <a:buNone/>
              <a:defRPr sz="5100">
                <a:solidFill>
                  <a:schemeClr val="lt1"/>
                </a:solidFill>
              </a:defRPr>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85" name="Google Shape;185;p23"/>
          <p:cNvSpPr/>
          <p:nvPr>
            <p:ph idx="2" type="pic"/>
          </p:nvPr>
        </p:nvSpPr>
        <p:spPr>
          <a:xfrm>
            <a:off x="2582350" y="-118525"/>
            <a:ext cx="7450800" cy="5380500"/>
          </a:xfrm>
          <a:prstGeom prst="chevron">
            <a:avLst>
              <a:gd fmla="val 50000" name="adj"/>
            </a:avLst>
          </a:prstGeom>
          <a:noFill/>
          <a:ln>
            <a:noFill/>
          </a:ln>
          <a:effectLst>
            <a:outerShdw blurRad="200025" rotWithShape="0" algn="bl" dir="5400000" dist="19050">
              <a:srgbClr val="000000">
                <a:alpha val="20000"/>
              </a:srgbClr>
            </a:outerShdw>
          </a:effectLst>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61975" y="0"/>
            <a:ext cx="7623000" cy="8595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1"/>
              </a:buClr>
              <a:buSzPts val="3400"/>
              <a:buFont typeface="Source Sans Pro"/>
              <a:buNone/>
              <a:defRPr b="1" i="0" sz="3400" u="none" cap="none" strike="noStrike">
                <a:solidFill>
                  <a:schemeClr val="dk1"/>
                </a:solidFill>
                <a:latin typeface="Source Sans Pro"/>
                <a:ea typeface="Source Sans Pro"/>
                <a:cs typeface="Source Sans Pro"/>
                <a:sym typeface="Source Sans Pro"/>
              </a:defRPr>
            </a:lvl1pPr>
            <a:lvl2pPr lvl="1"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2pPr>
            <a:lvl3pPr lvl="2"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3pPr>
            <a:lvl4pPr lvl="3"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4pPr>
            <a:lvl5pPr lvl="4"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5pPr>
            <a:lvl6pPr lvl="5"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6pPr>
            <a:lvl7pPr lvl="6"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7pPr>
            <a:lvl8pPr lvl="7"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8pPr>
            <a:lvl9pPr lvl="8"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9pPr>
          </a:lstStyle>
          <a:p/>
        </p:txBody>
      </p:sp>
      <p:sp>
        <p:nvSpPr>
          <p:cNvPr id="7" name="Google Shape;7;p1"/>
          <p:cNvSpPr txBox="1"/>
          <p:nvPr>
            <p:ph idx="1" type="body"/>
          </p:nvPr>
        </p:nvSpPr>
        <p:spPr>
          <a:xfrm>
            <a:off x="761975" y="1719075"/>
            <a:ext cx="7623000" cy="25785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0"/>
              </a:spcBef>
              <a:spcAft>
                <a:spcPts val="0"/>
              </a:spcAft>
              <a:buClr>
                <a:schemeClr val="dk2"/>
              </a:buClr>
              <a:buSzPts val="2400"/>
              <a:buFont typeface="Source Sans Pro"/>
              <a:buChar char="●"/>
              <a:defRPr b="0" i="0" sz="2400" u="none" cap="none" strike="noStrike">
                <a:solidFill>
                  <a:schemeClr val="dk2"/>
                </a:solidFill>
                <a:latin typeface="Source Sans Pro"/>
                <a:ea typeface="Source Sans Pro"/>
                <a:cs typeface="Source Sans Pro"/>
                <a:sym typeface="Source Sans Pro"/>
              </a:defRPr>
            </a:lvl1pPr>
            <a:lvl2pPr indent="-342900" lvl="1" marL="914400" marR="0" rtl="0" algn="l">
              <a:lnSpc>
                <a:spcPct val="115000"/>
              </a:lnSpc>
              <a:spcBef>
                <a:spcPts val="1600"/>
              </a:spcBef>
              <a:spcAft>
                <a:spcPts val="0"/>
              </a:spcAft>
              <a:buClr>
                <a:schemeClr val="dk2"/>
              </a:buClr>
              <a:buSzPts val="1800"/>
              <a:buFont typeface="Source Sans Pro"/>
              <a:buChar char="○"/>
              <a:defRPr b="0" i="0" sz="1800" u="none" cap="none" strike="noStrike">
                <a:solidFill>
                  <a:schemeClr val="dk2"/>
                </a:solidFill>
                <a:latin typeface="Source Sans Pro"/>
                <a:ea typeface="Source Sans Pro"/>
                <a:cs typeface="Source Sans Pro"/>
                <a:sym typeface="Source Sans Pro"/>
              </a:defRPr>
            </a:lvl2pPr>
            <a:lvl3pPr indent="-330200" lvl="2" marL="1371600" marR="0" rtl="0" algn="l">
              <a:lnSpc>
                <a:spcPct val="115000"/>
              </a:lnSpc>
              <a:spcBef>
                <a:spcPts val="1600"/>
              </a:spcBef>
              <a:spcAft>
                <a:spcPts val="0"/>
              </a:spcAft>
              <a:buClr>
                <a:schemeClr val="dk2"/>
              </a:buClr>
              <a:buSzPts val="1600"/>
              <a:buFont typeface="Source Sans Pro"/>
              <a:buChar char="■"/>
              <a:defRPr b="0" i="0" sz="1600" u="none" cap="none" strike="noStrike">
                <a:solidFill>
                  <a:schemeClr val="dk2"/>
                </a:solidFill>
                <a:latin typeface="Source Sans Pro"/>
                <a:ea typeface="Source Sans Pro"/>
                <a:cs typeface="Source Sans Pro"/>
                <a:sym typeface="Source Sans Pro"/>
              </a:defRPr>
            </a:lvl3pPr>
            <a:lvl4pPr indent="-311150" lvl="3" marL="1828800" marR="0" rtl="0" algn="l">
              <a:lnSpc>
                <a:spcPct val="115000"/>
              </a:lnSpc>
              <a:spcBef>
                <a:spcPts val="1600"/>
              </a:spcBef>
              <a:spcAft>
                <a:spcPts val="0"/>
              </a:spcAft>
              <a:buClr>
                <a:schemeClr val="dk2"/>
              </a:buClr>
              <a:buSzPts val="1300"/>
              <a:buFont typeface="Source Sans Pro"/>
              <a:buChar char="●"/>
              <a:defRPr b="0" i="0" sz="1300" u="none" cap="none" strike="noStrike">
                <a:solidFill>
                  <a:schemeClr val="dk2"/>
                </a:solidFill>
                <a:latin typeface="Source Sans Pro"/>
                <a:ea typeface="Source Sans Pro"/>
                <a:cs typeface="Source Sans Pro"/>
                <a:sym typeface="Source Sans Pro"/>
              </a:defRPr>
            </a:lvl4pPr>
            <a:lvl5pPr indent="-292100" lvl="4" marL="2286000" marR="0" rtl="0" algn="l">
              <a:lnSpc>
                <a:spcPct val="115000"/>
              </a:lnSpc>
              <a:spcBef>
                <a:spcPts val="1600"/>
              </a:spcBef>
              <a:spcAft>
                <a:spcPts val="0"/>
              </a:spcAft>
              <a:buClr>
                <a:schemeClr val="dk2"/>
              </a:buClr>
              <a:buSzPts val="1000"/>
              <a:buFont typeface="Source Sans Pro"/>
              <a:buChar char="○"/>
              <a:defRPr b="0" i="0" sz="1000" u="none" cap="none" strike="noStrike">
                <a:solidFill>
                  <a:schemeClr val="dk2"/>
                </a:solidFill>
                <a:latin typeface="Source Sans Pro"/>
                <a:ea typeface="Source Sans Pro"/>
                <a:cs typeface="Source Sans Pro"/>
                <a:sym typeface="Source Sans Pro"/>
              </a:defRPr>
            </a:lvl5pPr>
            <a:lvl6pPr indent="-279400" lvl="5" marL="2743200" marR="0" rtl="0" algn="l">
              <a:lnSpc>
                <a:spcPct val="115000"/>
              </a:lnSpc>
              <a:spcBef>
                <a:spcPts val="1600"/>
              </a:spcBef>
              <a:spcAft>
                <a:spcPts val="0"/>
              </a:spcAft>
              <a:buClr>
                <a:schemeClr val="dk2"/>
              </a:buClr>
              <a:buSzPts val="800"/>
              <a:buFont typeface="Source Sans Pro"/>
              <a:buChar char="■"/>
              <a:defRPr b="0" i="0" sz="800" u="none" cap="none" strike="noStrike">
                <a:solidFill>
                  <a:schemeClr val="dk2"/>
                </a:solidFill>
                <a:latin typeface="Source Sans Pro"/>
                <a:ea typeface="Source Sans Pro"/>
                <a:cs typeface="Source Sans Pro"/>
                <a:sym typeface="Source Sans Pro"/>
              </a:defRPr>
            </a:lvl6pPr>
            <a:lvl7pPr indent="-279400" lvl="6" marL="3200400" marR="0" rtl="0" algn="l">
              <a:lnSpc>
                <a:spcPct val="115000"/>
              </a:lnSpc>
              <a:spcBef>
                <a:spcPts val="1600"/>
              </a:spcBef>
              <a:spcAft>
                <a:spcPts val="0"/>
              </a:spcAft>
              <a:buClr>
                <a:schemeClr val="dk2"/>
              </a:buClr>
              <a:buSzPts val="800"/>
              <a:buFont typeface="Source Sans Pro"/>
              <a:buChar char="●"/>
              <a:defRPr b="0" i="0" sz="800" u="none" cap="none" strike="noStrike">
                <a:solidFill>
                  <a:schemeClr val="dk2"/>
                </a:solidFill>
                <a:latin typeface="Source Sans Pro"/>
                <a:ea typeface="Source Sans Pro"/>
                <a:cs typeface="Source Sans Pro"/>
                <a:sym typeface="Source Sans Pro"/>
              </a:defRPr>
            </a:lvl7pPr>
            <a:lvl8pPr indent="-279400" lvl="7" marL="3657600" marR="0" rtl="0" algn="l">
              <a:lnSpc>
                <a:spcPct val="115000"/>
              </a:lnSpc>
              <a:spcBef>
                <a:spcPts val="1600"/>
              </a:spcBef>
              <a:spcAft>
                <a:spcPts val="0"/>
              </a:spcAft>
              <a:buClr>
                <a:schemeClr val="dk2"/>
              </a:buClr>
              <a:buSzPts val="800"/>
              <a:buFont typeface="Source Sans Pro"/>
              <a:buChar char="○"/>
              <a:defRPr b="0" i="0" sz="800" u="none" cap="none" strike="noStrike">
                <a:solidFill>
                  <a:schemeClr val="dk2"/>
                </a:solidFill>
                <a:latin typeface="Source Sans Pro"/>
                <a:ea typeface="Source Sans Pro"/>
                <a:cs typeface="Source Sans Pro"/>
                <a:sym typeface="Source Sans Pro"/>
              </a:defRPr>
            </a:lvl8pPr>
            <a:lvl9pPr indent="-279400" lvl="8" marL="4114800" marR="0" rtl="0" algn="l">
              <a:lnSpc>
                <a:spcPct val="115000"/>
              </a:lnSpc>
              <a:spcBef>
                <a:spcPts val="1600"/>
              </a:spcBef>
              <a:spcAft>
                <a:spcPts val="1600"/>
              </a:spcAft>
              <a:buClr>
                <a:schemeClr val="dk2"/>
              </a:buClr>
              <a:buSzPts val="800"/>
              <a:buFont typeface="Source Sans Pro"/>
              <a:buChar char="■"/>
              <a:defRPr b="0" i="0" sz="800" u="none" cap="none" strike="noStrike">
                <a:solidFill>
                  <a:schemeClr val="dk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7619997" y="4297674"/>
            <a:ext cx="765000" cy="859500"/>
          </a:xfrm>
          <a:prstGeom prst="rect">
            <a:avLst/>
          </a:prstGeom>
          <a:noFill/>
          <a:ln>
            <a:noFill/>
          </a:ln>
        </p:spPr>
        <p:txBody>
          <a:bodyPr anchorCtr="0" anchor="ctr" bIns="0" lIns="0" spcFirstLastPara="1" rIns="0" wrap="square" tIns="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mc:AlternateContent>
    <mc:Choice Requires="p14">
      <p:transition spd="slow" p14:dur="1100">
        <p:push dir="r"/>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os="960">
          <p15:clr>
            <a:srgbClr val="EA4335"/>
          </p15:clr>
        </p15:guide>
        <p15:guide id="3" pos="1920">
          <p15:clr>
            <a:srgbClr val="EA4335"/>
          </p15:clr>
        </p15:guide>
        <p15:guide id="4" pos="3840">
          <p15:clr>
            <a:srgbClr val="EA4335"/>
          </p15:clr>
        </p15:guide>
        <p15:guide id="5" pos="4800">
          <p15:clr>
            <a:srgbClr val="EA4335"/>
          </p15:clr>
        </p15:guide>
        <p15:guide id="6" orient="horz" pos="541">
          <p15:clr>
            <a:srgbClr val="EA4335"/>
          </p15:clr>
        </p15:guide>
        <p15:guide id="7" orient="horz" pos="1083">
          <p15:clr>
            <a:srgbClr val="EA4335"/>
          </p15:clr>
        </p15:guide>
        <p15:guide id="8" orient="horz" pos="1624">
          <p15:clr>
            <a:srgbClr val="EA4335"/>
          </p15:clr>
        </p15:guide>
        <p15:guide id="9" orient="horz" pos="2166">
          <p15:clr>
            <a:srgbClr val="EA4335"/>
          </p15:clr>
        </p15:guide>
        <p15:guide id="10" orient="horz" pos="2707">
          <p15:clr>
            <a:srgbClr val="EA4335"/>
          </p15:clr>
        </p15:guide>
        <p15:guide id="11" pos="480">
          <p15:clr>
            <a:srgbClr val="EA4335"/>
          </p15:clr>
        </p15:guide>
        <p15:guide id="12" pos="1440">
          <p15:clr>
            <a:srgbClr val="EA4335"/>
          </p15:clr>
        </p15:guide>
        <p15:guide id="13" pos="2408">
          <p15:clr>
            <a:srgbClr val="EA4335"/>
          </p15:clr>
        </p15:guide>
        <p15:guide id="14" pos="4320">
          <p15:clr>
            <a:srgbClr val="EA4335"/>
          </p15:clr>
        </p15:guide>
        <p15:guide id="15" pos="3358">
          <p15:clr>
            <a:srgbClr val="EA4335"/>
          </p15:clr>
        </p15:guide>
        <p15:guide id="16" pos="528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4"/>
          <p:cNvSpPr txBox="1"/>
          <p:nvPr>
            <p:ph type="ctrTitle"/>
          </p:nvPr>
        </p:nvSpPr>
        <p:spPr>
          <a:xfrm>
            <a:off x="413075" y="316575"/>
            <a:ext cx="6106800" cy="22404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sz="3600">
                <a:latin typeface="Maven Pro"/>
                <a:ea typeface="Maven Pro"/>
                <a:cs typeface="Maven Pro"/>
                <a:sym typeface="Maven Pro"/>
              </a:rPr>
              <a:t>Social media usage/screen time and influence on  mental health + Distraction</a:t>
            </a:r>
            <a:endParaRPr sz="3600">
              <a:latin typeface="Maven Pro"/>
              <a:ea typeface="Maven Pro"/>
              <a:cs typeface="Maven Pro"/>
              <a:sym typeface="Maven Pro"/>
            </a:endParaRPr>
          </a:p>
        </p:txBody>
      </p:sp>
      <p:sp>
        <p:nvSpPr>
          <p:cNvPr id="191" name="Google Shape;191;p24"/>
          <p:cNvSpPr txBox="1"/>
          <p:nvPr>
            <p:ph idx="2" type="subTitle"/>
          </p:nvPr>
        </p:nvSpPr>
        <p:spPr>
          <a:xfrm>
            <a:off x="447725" y="2788245"/>
            <a:ext cx="7233600" cy="992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800"/>
              <a:buNone/>
            </a:pPr>
            <a:r>
              <a:rPr lang="en"/>
              <a:t>By:Vhuhwavho Todani</a:t>
            </a:r>
            <a:endParaRPr/>
          </a:p>
        </p:txBody>
      </p:sp>
      <p:sp>
        <p:nvSpPr>
          <p:cNvPr id="192" name="Google Shape;192;p24"/>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type="ctrTitle"/>
          </p:nvPr>
        </p:nvSpPr>
        <p:spPr>
          <a:xfrm>
            <a:off x="3822200" y="630000"/>
            <a:ext cx="4830300" cy="19110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700"/>
              <a:buNone/>
            </a:pPr>
            <a:r>
              <a:rPr lang="en"/>
              <a:t>Problem </a:t>
            </a:r>
            <a:r>
              <a:rPr lang="en"/>
              <a:t>significance and context </a:t>
            </a:r>
            <a:r>
              <a:rPr lang="en"/>
              <a:t> </a:t>
            </a:r>
            <a:endParaRPr/>
          </a:p>
        </p:txBody>
      </p:sp>
      <p:sp>
        <p:nvSpPr>
          <p:cNvPr id="198" name="Google Shape;198;p25"/>
          <p:cNvSpPr txBox="1"/>
          <p:nvPr>
            <p:ph idx="1" type="subTitle"/>
          </p:nvPr>
        </p:nvSpPr>
        <p:spPr>
          <a:xfrm>
            <a:off x="3822200" y="2669950"/>
            <a:ext cx="4830300" cy="84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Explores reasons for exploring this topic and </a:t>
            </a:r>
            <a:r>
              <a:rPr lang="en"/>
              <a:t>its</a:t>
            </a:r>
            <a:r>
              <a:rPr lang="en"/>
              <a:t> importance. </a:t>
            </a:r>
            <a:endParaRPr/>
          </a:p>
          <a:p>
            <a:pPr indent="0" lvl="0" marL="0" rtl="0" algn="l">
              <a:lnSpc>
                <a:spcPct val="100000"/>
              </a:lnSpc>
              <a:spcBef>
                <a:spcPts val="0"/>
              </a:spcBef>
              <a:spcAft>
                <a:spcPts val="0"/>
              </a:spcAft>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rPr lang="en"/>
              <a:t>Problem </a:t>
            </a:r>
            <a:r>
              <a:rPr lang="en"/>
              <a:t>significance</a:t>
            </a:r>
            <a:r>
              <a:rPr lang="en"/>
              <a:t> </a:t>
            </a:r>
            <a:endParaRPr/>
          </a:p>
        </p:txBody>
      </p:sp>
      <p:sp>
        <p:nvSpPr>
          <p:cNvPr id="204" name="Google Shape;204;p26"/>
          <p:cNvSpPr txBox="1"/>
          <p:nvPr>
            <p:ph idx="4294967295" type="body"/>
          </p:nvPr>
        </p:nvSpPr>
        <p:spPr>
          <a:xfrm>
            <a:off x="638675" y="1107725"/>
            <a:ext cx="6758100" cy="3027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400"/>
              <a:buNone/>
            </a:pPr>
            <a:r>
              <a:rPr lang="en" sz="1500">
                <a:latin typeface="Source Sans Pro"/>
                <a:ea typeface="Source Sans Pro"/>
                <a:cs typeface="Source Sans Pro"/>
                <a:sym typeface="Source Sans Pro"/>
              </a:rPr>
              <a:t>Access to the internet ,social media and technology such as smartphones has drastically increased in the past two decades with newer generations often growing up with said technology. This increase in access has also made it common for people to spend a lot of free time hours on online platforms like youtube, tiktok ,instagram etc. Due to this, there has been a lot of discussion and research that pushes the idea that heavy usage of these platforms may correlate with poor mental health reports. This makes it important to find out how this technology and the social media platforms you can access have an impact on </a:t>
            </a:r>
            <a:r>
              <a:rPr lang="en" sz="1500">
                <a:latin typeface="Source Sans Pro"/>
                <a:ea typeface="Source Sans Pro"/>
                <a:cs typeface="Source Sans Pro"/>
                <a:sym typeface="Source Sans Pro"/>
              </a:rPr>
              <a:t>people's</a:t>
            </a:r>
            <a:r>
              <a:rPr lang="en" sz="1500">
                <a:latin typeface="Source Sans Pro"/>
                <a:ea typeface="Source Sans Pro"/>
                <a:cs typeface="Source Sans Pro"/>
                <a:sym typeface="Source Sans Pro"/>
              </a:rPr>
              <a:t> mental health and distractibility with consideration to the amount of hours people spend on them. </a:t>
            </a:r>
            <a:endParaRPr sz="1500">
              <a:latin typeface="Source Sans Pro"/>
              <a:ea typeface="Source Sans Pro"/>
              <a:cs typeface="Source Sans Pro"/>
              <a:sym typeface="Source Sans Pro"/>
            </a:endParaRPr>
          </a:p>
          <a:p>
            <a:pPr indent="0" lvl="0" marL="0" rtl="0" algn="l">
              <a:lnSpc>
                <a:spcPct val="115000"/>
              </a:lnSpc>
              <a:spcBef>
                <a:spcPts val="0"/>
              </a:spcBef>
              <a:spcAft>
                <a:spcPts val="0"/>
              </a:spcAft>
              <a:buSzPts val="2400"/>
              <a:buNone/>
            </a:pPr>
            <a:r>
              <a:t/>
            </a:r>
            <a:endParaRPr sz="1500">
              <a:latin typeface="Source Sans Pro"/>
              <a:ea typeface="Source Sans Pro"/>
              <a:cs typeface="Source Sans Pro"/>
              <a:sym typeface="Source Sans Pro"/>
            </a:endParaRPr>
          </a:p>
          <a:p>
            <a:pPr indent="0" lvl="0" marL="0" rtl="0" algn="l">
              <a:lnSpc>
                <a:spcPct val="115000"/>
              </a:lnSpc>
              <a:spcBef>
                <a:spcPts val="1600"/>
              </a:spcBef>
              <a:spcAft>
                <a:spcPts val="0"/>
              </a:spcAft>
              <a:buSzPts val="2400"/>
              <a:buNone/>
            </a:pPr>
            <a:r>
              <a:t/>
            </a:r>
            <a:endParaRPr>
              <a:latin typeface="Source Sans Pro"/>
              <a:ea typeface="Source Sans Pro"/>
              <a:cs typeface="Source Sans Pro"/>
              <a:sym typeface="Source Sans Pro"/>
            </a:endParaRPr>
          </a:p>
          <a:p>
            <a:pPr indent="0" lvl="0" marL="0" rtl="0" algn="l">
              <a:lnSpc>
                <a:spcPct val="115000"/>
              </a:lnSpc>
              <a:spcBef>
                <a:spcPts val="1600"/>
              </a:spcBef>
              <a:spcAft>
                <a:spcPts val="1600"/>
              </a:spcAft>
              <a:buSzPts val="2400"/>
              <a:buNone/>
            </a:pPr>
            <a:r>
              <a:t/>
            </a:r>
            <a:endParaRPr>
              <a:latin typeface="Source Sans Pro"/>
              <a:ea typeface="Source Sans Pro"/>
              <a:cs typeface="Source Sans Pro"/>
              <a:sym typeface="Source Sans Pro"/>
            </a:endParaRPr>
          </a:p>
        </p:txBody>
      </p:sp>
      <p:sp>
        <p:nvSpPr>
          <p:cNvPr id="205" name="Google Shape;205;p26"/>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06" name="Google Shape;206;p26"/>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600"/>
              </a:spcAft>
              <a:buSzPts val="1200"/>
              <a:buNone/>
            </a:pPr>
            <a:r>
              <a:rPr lang="en"/>
              <a:t>Social media/</a:t>
            </a:r>
            <a:r>
              <a:rPr lang="en"/>
              <a:t>screen time</a:t>
            </a:r>
            <a:r>
              <a:rPr lang="en"/>
              <a:t> hours influence on mental health and </a:t>
            </a:r>
            <a:r>
              <a:rPr lang="en"/>
              <a:t>distractibility</a:t>
            </a:r>
            <a:r>
              <a:rPr lang="en"/>
              <a:t>.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ctrTitle"/>
          </p:nvPr>
        </p:nvSpPr>
        <p:spPr>
          <a:xfrm>
            <a:off x="3319975" y="630000"/>
            <a:ext cx="5751900" cy="19110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700"/>
              <a:buNone/>
            </a:pPr>
            <a:r>
              <a:rPr lang="en">
                <a:solidFill>
                  <a:srgbClr val="282828"/>
                </a:solidFill>
              </a:rPr>
              <a:t>Data cleaning and initial analysis approach</a:t>
            </a:r>
            <a:endParaRPr>
              <a:solidFill>
                <a:srgbClr val="282828"/>
              </a:solidFill>
            </a:endParaRPr>
          </a:p>
        </p:txBody>
      </p:sp>
      <p:sp>
        <p:nvSpPr>
          <p:cNvPr id="212" name="Google Shape;212;p27"/>
          <p:cNvSpPr txBox="1"/>
          <p:nvPr>
            <p:ph idx="1" type="subTitle"/>
          </p:nvPr>
        </p:nvSpPr>
        <p:spPr>
          <a:xfrm>
            <a:off x="3414775" y="2669950"/>
            <a:ext cx="5237700" cy="166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400"/>
              <a:buNone/>
            </a:pPr>
            <a:r>
              <a:rPr lang="en" sz="1200"/>
              <a:t>Primary dataset survey which aims to gather </a:t>
            </a:r>
            <a:r>
              <a:rPr lang="en" sz="1200"/>
              <a:t>hours spent on social media and reported scores in areas like sleep issues,distractibility, depressed/down rates</a:t>
            </a:r>
            <a:endParaRPr sz="1200"/>
          </a:p>
          <a:p>
            <a:pPr indent="0" lvl="0" marL="0" rtl="0" algn="l">
              <a:lnSpc>
                <a:spcPct val="100000"/>
              </a:lnSpc>
              <a:spcBef>
                <a:spcPts val="0"/>
              </a:spcBef>
              <a:spcAft>
                <a:spcPts val="0"/>
              </a:spcAft>
              <a:buSzPts val="2400"/>
              <a:buNone/>
            </a:pPr>
            <a:r>
              <a:rPr lang="en" sz="1200"/>
              <a:t>Secondary dataset  harvard study of youth </a:t>
            </a:r>
            <a:r>
              <a:rPr lang="en" sz="1200"/>
              <a:t>screen time</a:t>
            </a:r>
            <a:r>
              <a:rPr lang="en" sz="1200"/>
              <a:t> and </a:t>
            </a:r>
            <a:r>
              <a:rPr lang="en" sz="1200"/>
              <a:t>whether</a:t>
            </a:r>
            <a:r>
              <a:rPr lang="en" sz="1200"/>
              <a:t> or not mental health treatment was needed.</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rPr lang="en"/>
              <a:t>Primary &amp; secondary dataset cleaning</a:t>
            </a:r>
            <a:endParaRPr/>
          </a:p>
        </p:txBody>
      </p:sp>
      <p:sp>
        <p:nvSpPr>
          <p:cNvPr id="218" name="Google Shape;218;p28"/>
          <p:cNvSpPr txBox="1"/>
          <p:nvPr>
            <p:ph idx="4294967295" type="body"/>
          </p:nvPr>
        </p:nvSpPr>
        <p:spPr>
          <a:xfrm>
            <a:off x="638675" y="1107725"/>
            <a:ext cx="6219300" cy="24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1100"/>
              <a:buNone/>
            </a:pPr>
            <a:r>
              <a:rPr lang="en" sz="1500">
                <a:latin typeface="Source Sans Pro"/>
                <a:ea typeface="Source Sans Pro"/>
                <a:cs typeface="Source Sans Pro"/>
                <a:sym typeface="Source Sans Pro"/>
              </a:rPr>
              <a:t>-Column removals:  Organization affiliations, platforms commonly used,</a:t>
            </a:r>
            <a:endParaRPr sz="1500">
              <a:latin typeface="Source Sans Pro"/>
              <a:ea typeface="Source Sans Pro"/>
              <a:cs typeface="Source Sans Pro"/>
              <a:sym typeface="Source Sans Pro"/>
            </a:endParaRPr>
          </a:p>
          <a:p>
            <a:pPr indent="0" lvl="0" marL="0" rtl="0" algn="l">
              <a:spcBef>
                <a:spcPts val="0"/>
              </a:spcBef>
              <a:spcAft>
                <a:spcPts val="0"/>
              </a:spcAft>
              <a:buSzPts val="1100"/>
              <a:buNone/>
            </a:pPr>
            <a:r>
              <a:rPr lang="en" sz="1500">
                <a:latin typeface="Source Sans Pro"/>
                <a:ea typeface="Source Sans Pro"/>
                <a:cs typeface="Source Sans Pro"/>
                <a:sym typeface="Source Sans Pro"/>
              </a:rPr>
              <a:t>-Renaming of columns for easier handling (‘How often do you feel depressed/down= deppression_rate)</a:t>
            </a:r>
            <a:endParaRPr sz="1500">
              <a:latin typeface="Source Sans Pro"/>
              <a:ea typeface="Source Sans Pro"/>
              <a:cs typeface="Source Sans Pro"/>
              <a:sym typeface="Source Sans Pro"/>
            </a:endParaRPr>
          </a:p>
          <a:p>
            <a:pPr indent="0" lvl="0" marL="0" rtl="0" algn="l">
              <a:lnSpc>
                <a:spcPct val="115000"/>
              </a:lnSpc>
              <a:spcBef>
                <a:spcPts val="0"/>
              </a:spcBef>
              <a:spcAft>
                <a:spcPts val="0"/>
              </a:spcAft>
              <a:buSzPts val="2400"/>
              <a:buNone/>
            </a:pPr>
            <a:r>
              <a:rPr lang="en" sz="1500">
                <a:latin typeface="Source Sans Pro"/>
                <a:ea typeface="Source Sans Pro"/>
                <a:cs typeface="Source Sans Pro"/>
                <a:sym typeface="Source Sans Pro"/>
              </a:rPr>
              <a:t>-Age ran</a:t>
            </a:r>
            <a:r>
              <a:rPr lang="en" sz="1500">
                <a:solidFill>
                  <a:srgbClr val="666666"/>
                </a:solidFill>
                <a:latin typeface="Source Sans Pro"/>
                <a:ea typeface="Source Sans Pro"/>
                <a:cs typeface="Source Sans Pro"/>
                <a:sym typeface="Source Sans Pro"/>
              </a:rPr>
              <a:t>ge filter applied to secondary data set (10+ years)</a:t>
            </a:r>
            <a:endParaRPr sz="1500">
              <a:solidFill>
                <a:srgbClr val="666666"/>
              </a:solidFill>
              <a:latin typeface="Source Sans Pro"/>
              <a:ea typeface="Source Sans Pro"/>
              <a:cs typeface="Source Sans Pro"/>
              <a:sym typeface="Source Sans Pro"/>
            </a:endParaRPr>
          </a:p>
          <a:p>
            <a:pPr indent="0" lvl="0" marL="0" rtl="0" algn="l">
              <a:lnSpc>
                <a:spcPct val="115000"/>
              </a:lnSpc>
              <a:spcBef>
                <a:spcPts val="0"/>
              </a:spcBef>
              <a:spcAft>
                <a:spcPts val="0"/>
              </a:spcAft>
              <a:buSzPts val="2400"/>
              <a:buNone/>
            </a:pPr>
            <a:r>
              <a:rPr lang="en" sz="1500">
                <a:solidFill>
                  <a:srgbClr val="666666"/>
                </a:solidFill>
                <a:latin typeface="Source Sans Pro"/>
                <a:ea typeface="Source Sans Pro"/>
                <a:cs typeface="Source Sans Pro"/>
                <a:sym typeface="Source Sans Pro"/>
              </a:rPr>
              <a:t>-Removal of </a:t>
            </a:r>
            <a:r>
              <a:rPr lang="en" sz="1500">
                <a:solidFill>
                  <a:srgbClr val="666666"/>
                </a:solidFill>
              </a:rPr>
              <a:t>“treatment not received column” In secondary dataset</a:t>
            </a:r>
            <a:endParaRPr sz="1500">
              <a:solidFill>
                <a:srgbClr val="666666"/>
              </a:solidFill>
              <a:latin typeface="Source Sans Pro"/>
              <a:ea typeface="Source Sans Pro"/>
              <a:cs typeface="Source Sans Pro"/>
              <a:sym typeface="Source Sans Pro"/>
            </a:endParaRPr>
          </a:p>
          <a:p>
            <a:pPr indent="0" lvl="0" marL="0" rtl="0" algn="l">
              <a:lnSpc>
                <a:spcPct val="115000"/>
              </a:lnSpc>
              <a:spcBef>
                <a:spcPts val="0"/>
              </a:spcBef>
              <a:spcAft>
                <a:spcPts val="0"/>
              </a:spcAft>
              <a:buSzPts val="2400"/>
              <a:buNone/>
            </a:pPr>
            <a:r>
              <a:rPr lang="en" sz="1500">
                <a:solidFill>
                  <a:srgbClr val="666666"/>
                </a:solidFill>
                <a:latin typeface="Source Sans Pro"/>
                <a:ea typeface="Source Sans Pro"/>
                <a:cs typeface="Source Sans Pro"/>
                <a:sym typeface="Source Sans Pro"/>
              </a:rPr>
              <a:t>-Additional applications suc</a:t>
            </a:r>
            <a:r>
              <a:rPr lang="en" sz="1500">
                <a:latin typeface="Source Sans Pro"/>
                <a:ea typeface="Source Sans Pro"/>
                <a:cs typeface="Source Sans Pro"/>
                <a:sym typeface="Source Sans Pro"/>
              </a:rPr>
              <a:t>h as data type conversions (categorical to numerical </a:t>
            </a:r>
            <a:r>
              <a:rPr lang="en" sz="1500">
                <a:latin typeface="Source Sans Pro"/>
                <a:ea typeface="Source Sans Pro"/>
                <a:cs typeface="Source Sans Pro"/>
                <a:sym typeface="Source Sans Pro"/>
              </a:rPr>
              <a:t>associations</a:t>
            </a:r>
            <a:r>
              <a:rPr lang="en" sz="1500">
                <a:latin typeface="Source Sans Pro"/>
                <a:ea typeface="Source Sans Pro"/>
                <a:cs typeface="Source Sans Pro"/>
                <a:sym typeface="Source Sans Pro"/>
              </a:rPr>
              <a:t>) for model building. </a:t>
            </a:r>
            <a:endParaRPr sz="1500">
              <a:latin typeface="Source Sans Pro"/>
              <a:ea typeface="Source Sans Pro"/>
              <a:cs typeface="Source Sans Pro"/>
              <a:sym typeface="Source Sans Pro"/>
            </a:endParaRPr>
          </a:p>
          <a:p>
            <a:pPr indent="0" lvl="0" marL="0" rtl="0" algn="l">
              <a:lnSpc>
                <a:spcPct val="115000"/>
              </a:lnSpc>
              <a:spcBef>
                <a:spcPts val="0"/>
              </a:spcBef>
              <a:spcAft>
                <a:spcPts val="0"/>
              </a:spcAft>
              <a:buSzPts val="2400"/>
              <a:buNone/>
            </a:pPr>
            <a:r>
              <a:t/>
            </a:r>
            <a:endParaRPr sz="1500">
              <a:latin typeface="Source Sans Pro"/>
              <a:ea typeface="Source Sans Pro"/>
              <a:cs typeface="Source Sans Pro"/>
              <a:sym typeface="Source Sans Pro"/>
            </a:endParaRPr>
          </a:p>
          <a:p>
            <a:pPr indent="0" lvl="0" marL="0" rtl="0" algn="l">
              <a:lnSpc>
                <a:spcPct val="115000"/>
              </a:lnSpc>
              <a:spcBef>
                <a:spcPts val="1600"/>
              </a:spcBef>
              <a:spcAft>
                <a:spcPts val="0"/>
              </a:spcAft>
              <a:buSzPts val="2400"/>
              <a:buNone/>
            </a:pPr>
            <a:r>
              <a:t/>
            </a:r>
            <a:endParaRPr sz="1500">
              <a:latin typeface="Source Sans Pro"/>
              <a:ea typeface="Source Sans Pro"/>
              <a:cs typeface="Source Sans Pro"/>
              <a:sym typeface="Source Sans Pro"/>
            </a:endParaRPr>
          </a:p>
          <a:p>
            <a:pPr indent="0" lvl="0" marL="0" rtl="0" algn="l">
              <a:lnSpc>
                <a:spcPct val="115000"/>
              </a:lnSpc>
              <a:spcBef>
                <a:spcPts val="1600"/>
              </a:spcBef>
              <a:spcAft>
                <a:spcPts val="1600"/>
              </a:spcAft>
              <a:buSzPts val="2400"/>
              <a:buNone/>
            </a:pPr>
            <a:r>
              <a:t/>
            </a:r>
            <a:endParaRPr sz="1500">
              <a:latin typeface="Source Sans Pro"/>
              <a:ea typeface="Source Sans Pro"/>
              <a:cs typeface="Source Sans Pro"/>
              <a:sym typeface="Source Sans Pro"/>
            </a:endParaRPr>
          </a:p>
        </p:txBody>
      </p:sp>
      <p:sp>
        <p:nvSpPr>
          <p:cNvPr id="219" name="Google Shape;219;p28"/>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20" name="Google Shape;220;p28"/>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200"/>
              <a:buFont typeface="Arial"/>
              <a:buNone/>
            </a:pPr>
            <a:r>
              <a:rPr lang="en"/>
              <a:t>Social media/screen time hours influence on mental health and distractibility. </a:t>
            </a:r>
            <a:endParaRPr/>
          </a:p>
          <a:p>
            <a:pPr indent="0" lvl="0" marL="0" rtl="0" algn="l">
              <a:lnSpc>
                <a:spcPct val="115000"/>
              </a:lnSpc>
              <a:spcBef>
                <a:spcPts val="1600"/>
              </a:spcBef>
              <a:spcAft>
                <a:spcPts val="1600"/>
              </a:spcAft>
              <a:buSzPts val="12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26" name="Google Shape;226;p29"/>
          <p:cNvSpPr txBox="1"/>
          <p:nvPr>
            <p:ph type="title"/>
          </p:nvPr>
        </p:nvSpPr>
        <p:spPr>
          <a:xfrm>
            <a:off x="56875" y="662500"/>
            <a:ext cx="3445500" cy="10566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3100"/>
              <a:t>Initial </a:t>
            </a:r>
            <a:r>
              <a:rPr lang="en" sz="3100"/>
              <a:t>Statistical tests and methods</a:t>
            </a:r>
            <a:endParaRPr sz="3100"/>
          </a:p>
          <a:p>
            <a:pPr indent="0" lvl="0" marL="0" rtl="0" algn="l">
              <a:lnSpc>
                <a:spcPct val="75000"/>
              </a:lnSpc>
              <a:spcBef>
                <a:spcPts val="0"/>
              </a:spcBef>
              <a:spcAft>
                <a:spcPts val="0"/>
              </a:spcAft>
              <a:buSzPts val="2000"/>
              <a:buNone/>
            </a:pPr>
            <a:r>
              <a:rPr lang="en" sz="1500"/>
              <a:t> </a:t>
            </a:r>
            <a:endParaRPr sz="1500"/>
          </a:p>
        </p:txBody>
      </p:sp>
      <p:sp>
        <p:nvSpPr>
          <p:cNvPr id="227" name="Google Shape;227;p29"/>
          <p:cNvSpPr txBox="1"/>
          <p:nvPr>
            <p:ph idx="5" type="title"/>
          </p:nvPr>
        </p:nvSpPr>
        <p:spPr>
          <a:xfrm>
            <a:off x="135900" y="1553325"/>
            <a:ext cx="3049800" cy="269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0" lang="en" sz="1600"/>
              <a:t>The ANOVA test (returns p value) with an significance  level of 0.05 was the main analysis level as it helped identify if there were notable differences in average score report by different social media hours usage groups In addition to bar plot visualizations. Tests returned significant p values. </a:t>
            </a:r>
            <a:endParaRPr b="0" sz="1600"/>
          </a:p>
          <a:p>
            <a:pPr indent="0" lvl="0" marL="0" rtl="0" algn="l">
              <a:lnSpc>
                <a:spcPct val="115000"/>
              </a:lnSpc>
              <a:spcBef>
                <a:spcPts val="0"/>
              </a:spcBef>
              <a:spcAft>
                <a:spcPts val="0"/>
              </a:spcAft>
              <a:buClr>
                <a:schemeClr val="dk1"/>
              </a:buClr>
              <a:buSzPts val="1100"/>
              <a:buFont typeface="Arial"/>
              <a:buNone/>
            </a:pPr>
            <a:r>
              <a:t/>
            </a:r>
            <a:endParaRPr b="0" sz="1600"/>
          </a:p>
          <a:p>
            <a:pPr indent="0" lvl="0" marL="0" rtl="0" algn="l">
              <a:lnSpc>
                <a:spcPct val="100000"/>
              </a:lnSpc>
              <a:spcBef>
                <a:spcPts val="0"/>
              </a:spcBef>
              <a:spcAft>
                <a:spcPts val="0"/>
              </a:spcAft>
              <a:buSzPts val="1300"/>
              <a:buNone/>
            </a:pPr>
            <a:r>
              <a:t/>
            </a:r>
            <a:endParaRPr b="0"/>
          </a:p>
        </p:txBody>
      </p:sp>
      <p:pic>
        <p:nvPicPr>
          <p:cNvPr id="228" name="Google Shape;228;p29"/>
          <p:cNvPicPr preferRelativeResize="0"/>
          <p:nvPr/>
        </p:nvPicPr>
        <p:blipFill>
          <a:blip r:embed="rId3">
            <a:alphaModFix/>
          </a:blip>
          <a:stretch>
            <a:fillRect/>
          </a:stretch>
        </p:blipFill>
        <p:spPr>
          <a:xfrm>
            <a:off x="3401961" y="662500"/>
            <a:ext cx="2992663" cy="1705100"/>
          </a:xfrm>
          <a:prstGeom prst="rect">
            <a:avLst/>
          </a:prstGeom>
          <a:noFill/>
          <a:ln>
            <a:noFill/>
          </a:ln>
        </p:spPr>
      </p:pic>
      <p:pic>
        <p:nvPicPr>
          <p:cNvPr id="229" name="Google Shape;229;p29"/>
          <p:cNvPicPr preferRelativeResize="0"/>
          <p:nvPr/>
        </p:nvPicPr>
        <p:blipFill>
          <a:blip r:embed="rId4">
            <a:alphaModFix/>
          </a:blip>
          <a:stretch>
            <a:fillRect/>
          </a:stretch>
        </p:blipFill>
        <p:spPr>
          <a:xfrm>
            <a:off x="6323050" y="722150"/>
            <a:ext cx="2932524" cy="1705100"/>
          </a:xfrm>
          <a:prstGeom prst="rect">
            <a:avLst/>
          </a:prstGeom>
          <a:noFill/>
          <a:ln>
            <a:noFill/>
          </a:ln>
        </p:spPr>
      </p:pic>
      <p:pic>
        <p:nvPicPr>
          <p:cNvPr id="230" name="Google Shape;230;p29"/>
          <p:cNvPicPr preferRelativeResize="0"/>
          <p:nvPr/>
        </p:nvPicPr>
        <p:blipFill>
          <a:blip r:embed="rId5">
            <a:alphaModFix/>
          </a:blip>
          <a:stretch>
            <a:fillRect/>
          </a:stretch>
        </p:blipFill>
        <p:spPr>
          <a:xfrm>
            <a:off x="4246276" y="2571751"/>
            <a:ext cx="3837950" cy="2448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txBox="1"/>
          <p:nvPr>
            <p:ph type="ctrTitle"/>
          </p:nvPr>
        </p:nvSpPr>
        <p:spPr>
          <a:xfrm>
            <a:off x="3893300" y="1009250"/>
            <a:ext cx="4830300" cy="19110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700"/>
              <a:buNone/>
            </a:pPr>
            <a:r>
              <a:rPr lang="en"/>
              <a:t>Model results and input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1"/>
          <p:cNvSpPr txBox="1"/>
          <p:nvPr>
            <p:ph type="title"/>
          </p:nvPr>
        </p:nvSpPr>
        <p:spPr>
          <a:xfrm>
            <a:off x="219925" y="76900"/>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rPr lang="en"/>
              <a:t>Results</a:t>
            </a:r>
            <a:endParaRPr/>
          </a:p>
        </p:txBody>
      </p:sp>
      <p:sp>
        <p:nvSpPr>
          <p:cNvPr id="241" name="Google Shape;241;p31"/>
          <p:cNvSpPr txBox="1"/>
          <p:nvPr>
            <p:ph idx="4294967295" type="body"/>
          </p:nvPr>
        </p:nvSpPr>
        <p:spPr>
          <a:xfrm>
            <a:off x="219925" y="665250"/>
            <a:ext cx="6219300" cy="318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1100"/>
              <a:buNone/>
            </a:pPr>
            <a:r>
              <a:rPr lang="en" sz="1500">
                <a:latin typeface="Source Sans Pro"/>
                <a:ea typeface="Source Sans Pro"/>
                <a:cs typeface="Source Sans Pro"/>
                <a:sym typeface="Source Sans Pro"/>
              </a:rPr>
              <a:t>-Overall results indicate that there is an association between hours spent on social media and </a:t>
            </a:r>
            <a:r>
              <a:rPr lang="en" sz="1500">
                <a:latin typeface="Source Sans Pro"/>
                <a:ea typeface="Source Sans Pro"/>
                <a:cs typeface="Source Sans Pro"/>
                <a:sym typeface="Source Sans Pro"/>
              </a:rPr>
              <a:t>screen time</a:t>
            </a:r>
            <a:r>
              <a:rPr lang="en" sz="1500">
                <a:latin typeface="Source Sans Pro"/>
                <a:ea typeface="Source Sans Pro"/>
                <a:cs typeface="Source Sans Pro"/>
                <a:sym typeface="Source Sans Pro"/>
              </a:rPr>
              <a:t> and poorer reports of mental health and distraction indicators.</a:t>
            </a:r>
            <a:endParaRPr sz="1500">
              <a:latin typeface="Source Sans Pro"/>
              <a:ea typeface="Source Sans Pro"/>
              <a:cs typeface="Source Sans Pro"/>
              <a:sym typeface="Source Sans Pro"/>
            </a:endParaRPr>
          </a:p>
          <a:p>
            <a:pPr indent="0" lvl="0" marL="0" rtl="0" algn="l">
              <a:spcBef>
                <a:spcPts val="0"/>
              </a:spcBef>
              <a:spcAft>
                <a:spcPts val="0"/>
              </a:spcAft>
              <a:buSzPts val="1100"/>
              <a:buNone/>
            </a:pPr>
            <a:r>
              <a:rPr lang="en" sz="1500">
                <a:latin typeface="Source Sans Pro"/>
                <a:ea typeface="Source Sans Pro"/>
                <a:cs typeface="Source Sans Pro"/>
                <a:sym typeface="Source Sans Pro"/>
              </a:rPr>
              <a:t>-Initial tests such as ANOVA returned significant p values indicating that the usage hour group did have notable differences in reported averages. </a:t>
            </a:r>
            <a:endParaRPr sz="1500">
              <a:latin typeface="Source Sans Pro"/>
              <a:ea typeface="Source Sans Pro"/>
              <a:cs typeface="Source Sans Pro"/>
              <a:sym typeface="Source Sans Pro"/>
            </a:endParaRPr>
          </a:p>
          <a:p>
            <a:pPr indent="0" lvl="0" marL="0" rtl="0" algn="l">
              <a:spcBef>
                <a:spcPts val="0"/>
              </a:spcBef>
              <a:spcAft>
                <a:spcPts val="0"/>
              </a:spcAft>
              <a:buSzPts val="1100"/>
              <a:buNone/>
            </a:pPr>
            <a:r>
              <a:rPr lang="en" sz="1500">
                <a:latin typeface="Source Sans Pro"/>
                <a:ea typeface="Source Sans Pro"/>
                <a:cs typeface="Source Sans Pro"/>
                <a:sym typeface="Source Sans Pro"/>
              </a:rPr>
              <a:t>-Linear regression models also indicated positive </a:t>
            </a:r>
            <a:r>
              <a:rPr lang="en" sz="1500">
                <a:latin typeface="Source Sans Pro"/>
                <a:ea typeface="Source Sans Pro"/>
                <a:cs typeface="Source Sans Pro"/>
                <a:sym typeface="Source Sans Pro"/>
              </a:rPr>
              <a:t>coefficients</a:t>
            </a:r>
            <a:r>
              <a:rPr lang="en" sz="1500">
                <a:latin typeface="Source Sans Pro"/>
                <a:ea typeface="Source Sans Pro"/>
                <a:cs typeface="Source Sans Pro"/>
                <a:sym typeface="Source Sans Pro"/>
              </a:rPr>
              <a:t> which indicates that there is a general positive relationship between reported hours and the score in tested indicators such as </a:t>
            </a:r>
            <a:r>
              <a:rPr lang="en" sz="1500">
                <a:latin typeface="Source Sans Pro"/>
                <a:ea typeface="Source Sans Pro"/>
                <a:cs typeface="Source Sans Pro"/>
                <a:sym typeface="Source Sans Pro"/>
              </a:rPr>
              <a:t>distractibility</a:t>
            </a:r>
            <a:r>
              <a:rPr lang="en" sz="1500">
                <a:latin typeface="Source Sans Pro"/>
                <a:ea typeface="Source Sans Pro"/>
                <a:cs typeface="Source Sans Pro"/>
                <a:sym typeface="Source Sans Pro"/>
              </a:rPr>
              <a:t> and </a:t>
            </a:r>
            <a:r>
              <a:rPr lang="en" sz="1500">
                <a:latin typeface="Source Sans Pro"/>
                <a:ea typeface="Source Sans Pro"/>
                <a:cs typeface="Source Sans Pro"/>
                <a:sym typeface="Source Sans Pro"/>
              </a:rPr>
              <a:t>depression</a:t>
            </a:r>
            <a:r>
              <a:rPr lang="en" sz="1500">
                <a:latin typeface="Source Sans Pro"/>
                <a:ea typeface="Source Sans Pro"/>
                <a:cs typeface="Source Sans Pro"/>
                <a:sym typeface="Source Sans Pro"/>
              </a:rPr>
              <a:t>/down rate scores. 0.07 and 0.11 r^2 scores</a:t>
            </a:r>
            <a:endParaRPr sz="1500">
              <a:latin typeface="Source Sans Pro"/>
              <a:ea typeface="Source Sans Pro"/>
              <a:cs typeface="Source Sans Pro"/>
              <a:sym typeface="Source Sans Pro"/>
            </a:endParaRPr>
          </a:p>
          <a:p>
            <a:pPr indent="0" lvl="0" marL="0" rtl="0" algn="l">
              <a:lnSpc>
                <a:spcPct val="115000"/>
              </a:lnSpc>
              <a:spcBef>
                <a:spcPts val="0"/>
              </a:spcBef>
              <a:spcAft>
                <a:spcPts val="0"/>
              </a:spcAft>
              <a:buSzPts val="2400"/>
              <a:buNone/>
            </a:pPr>
            <a:r>
              <a:t/>
            </a:r>
            <a:endParaRPr sz="1500">
              <a:latin typeface="Source Sans Pro"/>
              <a:ea typeface="Source Sans Pro"/>
              <a:cs typeface="Source Sans Pro"/>
              <a:sym typeface="Source Sans Pro"/>
            </a:endParaRPr>
          </a:p>
          <a:p>
            <a:pPr indent="0" lvl="0" marL="0" rtl="0" algn="l">
              <a:lnSpc>
                <a:spcPct val="115000"/>
              </a:lnSpc>
              <a:spcBef>
                <a:spcPts val="1600"/>
              </a:spcBef>
              <a:spcAft>
                <a:spcPts val="0"/>
              </a:spcAft>
              <a:buSzPts val="2400"/>
              <a:buNone/>
            </a:pPr>
            <a:r>
              <a:t/>
            </a:r>
            <a:endParaRPr>
              <a:latin typeface="Source Sans Pro"/>
              <a:ea typeface="Source Sans Pro"/>
              <a:cs typeface="Source Sans Pro"/>
              <a:sym typeface="Source Sans Pro"/>
            </a:endParaRPr>
          </a:p>
          <a:p>
            <a:pPr indent="0" lvl="0" marL="0" rtl="0" algn="l">
              <a:lnSpc>
                <a:spcPct val="115000"/>
              </a:lnSpc>
              <a:spcBef>
                <a:spcPts val="1600"/>
              </a:spcBef>
              <a:spcAft>
                <a:spcPts val="1600"/>
              </a:spcAft>
              <a:buSzPts val="2400"/>
              <a:buNone/>
            </a:pPr>
            <a:r>
              <a:t/>
            </a:r>
            <a:endParaRPr>
              <a:latin typeface="Source Sans Pro"/>
              <a:ea typeface="Source Sans Pro"/>
              <a:cs typeface="Source Sans Pro"/>
              <a:sym typeface="Source Sans Pro"/>
            </a:endParaRPr>
          </a:p>
        </p:txBody>
      </p:sp>
      <p:sp>
        <p:nvSpPr>
          <p:cNvPr id="242" name="Google Shape;242;p31"/>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43" name="Google Shape;243;p31"/>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200"/>
              <a:buFont typeface="Arial"/>
              <a:buNone/>
            </a:pPr>
            <a:r>
              <a:rPr lang="en"/>
              <a:t>Social media/screen time hours influence on mental health and distractibility. </a:t>
            </a:r>
            <a:endParaRPr/>
          </a:p>
          <a:p>
            <a:pPr indent="0" lvl="0" marL="0" rtl="0" algn="l">
              <a:lnSpc>
                <a:spcPct val="115000"/>
              </a:lnSpc>
              <a:spcBef>
                <a:spcPts val="1600"/>
              </a:spcBef>
              <a:spcAft>
                <a:spcPts val="1600"/>
              </a:spcAft>
              <a:buSzPts val="1200"/>
              <a:buNone/>
            </a:pPr>
            <a:r>
              <a:t/>
            </a:r>
            <a:endParaRPr/>
          </a:p>
        </p:txBody>
      </p:sp>
      <p:pic>
        <p:nvPicPr>
          <p:cNvPr id="244" name="Google Shape;244;p31"/>
          <p:cNvPicPr preferRelativeResize="0"/>
          <p:nvPr/>
        </p:nvPicPr>
        <p:blipFill>
          <a:blip r:embed="rId3">
            <a:alphaModFix/>
          </a:blip>
          <a:stretch>
            <a:fillRect/>
          </a:stretch>
        </p:blipFill>
        <p:spPr>
          <a:xfrm>
            <a:off x="181725" y="2959750"/>
            <a:ext cx="4032276" cy="1337625"/>
          </a:xfrm>
          <a:prstGeom prst="rect">
            <a:avLst/>
          </a:prstGeom>
          <a:noFill/>
          <a:ln>
            <a:noFill/>
          </a:ln>
        </p:spPr>
      </p:pic>
      <p:pic>
        <p:nvPicPr>
          <p:cNvPr id="245" name="Google Shape;245;p31"/>
          <p:cNvPicPr preferRelativeResize="0"/>
          <p:nvPr/>
        </p:nvPicPr>
        <p:blipFill>
          <a:blip r:embed="rId4">
            <a:alphaModFix/>
          </a:blip>
          <a:stretch>
            <a:fillRect/>
          </a:stretch>
        </p:blipFill>
        <p:spPr>
          <a:xfrm>
            <a:off x="6007048" y="1719275"/>
            <a:ext cx="3097452" cy="2320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2"/>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rPr lang="en"/>
              <a:t>What do these results indicate and why are they </a:t>
            </a:r>
            <a:r>
              <a:rPr lang="en"/>
              <a:t>valuable?</a:t>
            </a:r>
            <a:endParaRPr/>
          </a:p>
        </p:txBody>
      </p:sp>
      <p:sp>
        <p:nvSpPr>
          <p:cNvPr id="251" name="Google Shape;251;p32"/>
          <p:cNvSpPr txBox="1"/>
          <p:nvPr>
            <p:ph idx="4294967295" type="body"/>
          </p:nvPr>
        </p:nvSpPr>
        <p:spPr>
          <a:xfrm>
            <a:off x="638175" y="1321025"/>
            <a:ext cx="6219300" cy="318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1100"/>
              <a:buNone/>
            </a:pPr>
            <a:r>
              <a:rPr lang="en" sz="1500">
                <a:latin typeface="Source Sans Pro"/>
                <a:ea typeface="Source Sans Pro"/>
                <a:cs typeface="Source Sans Pro"/>
                <a:sym typeface="Source Sans Pro"/>
              </a:rPr>
              <a:t>The results fall in line with existing information around this topic that indicating that increased time on social media may correlate with worse mental health. This information can be useful to individuals such as parents who may want to monitor how much online time their children spend and individuals who may want to evaluate how much time they spend online or how it may have impacted them.</a:t>
            </a:r>
            <a:endParaRPr sz="1500">
              <a:latin typeface="Source Sans Pro"/>
              <a:ea typeface="Source Sans Pro"/>
              <a:cs typeface="Source Sans Pro"/>
              <a:sym typeface="Source Sans Pro"/>
            </a:endParaRPr>
          </a:p>
          <a:p>
            <a:pPr indent="0" lvl="0" marL="0" rtl="0" algn="l">
              <a:spcBef>
                <a:spcPts val="0"/>
              </a:spcBef>
              <a:spcAft>
                <a:spcPts val="0"/>
              </a:spcAft>
              <a:buSzPts val="1100"/>
              <a:buNone/>
            </a:pPr>
            <a:r>
              <a:rPr lang="en" sz="1500">
                <a:latin typeface="Source Sans Pro"/>
                <a:ea typeface="Source Sans Pro"/>
                <a:cs typeface="Source Sans Pro"/>
                <a:sym typeface="Source Sans Pro"/>
              </a:rPr>
              <a:t>It can also be </a:t>
            </a:r>
            <a:r>
              <a:rPr lang="en" sz="1500">
                <a:latin typeface="Source Sans Pro"/>
                <a:ea typeface="Source Sans Pro"/>
                <a:cs typeface="Source Sans Pro"/>
                <a:sym typeface="Source Sans Pro"/>
              </a:rPr>
              <a:t>valuable</a:t>
            </a:r>
            <a:r>
              <a:rPr lang="en" sz="1500">
                <a:latin typeface="Source Sans Pro"/>
                <a:ea typeface="Source Sans Pro"/>
                <a:cs typeface="Source Sans Pro"/>
                <a:sym typeface="Source Sans Pro"/>
              </a:rPr>
              <a:t> to potential </a:t>
            </a:r>
            <a:r>
              <a:rPr lang="en" sz="1500">
                <a:latin typeface="Source Sans Pro"/>
                <a:ea typeface="Source Sans Pro"/>
                <a:cs typeface="Source Sans Pro"/>
                <a:sym typeface="Source Sans Pro"/>
              </a:rPr>
              <a:t>stakeholders</a:t>
            </a:r>
            <a:r>
              <a:rPr lang="en" sz="1500">
                <a:latin typeface="Source Sans Pro"/>
                <a:ea typeface="Source Sans Pro"/>
                <a:cs typeface="Source Sans Pro"/>
                <a:sym typeface="Source Sans Pro"/>
              </a:rPr>
              <a:t> such as schools who might invest in a mental health related program for their students.</a:t>
            </a:r>
            <a:endParaRPr sz="1500">
              <a:latin typeface="Source Sans Pro"/>
              <a:ea typeface="Source Sans Pro"/>
              <a:cs typeface="Source Sans Pro"/>
              <a:sym typeface="Source Sans Pro"/>
            </a:endParaRPr>
          </a:p>
          <a:p>
            <a:pPr indent="0" lvl="0" marL="0" rtl="0" algn="l">
              <a:lnSpc>
                <a:spcPct val="115000"/>
              </a:lnSpc>
              <a:spcBef>
                <a:spcPts val="0"/>
              </a:spcBef>
              <a:spcAft>
                <a:spcPts val="0"/>
              </a:spcAft>
              <a:buSzPts val="2400"/>
              <a:buNone/>
            </a:pPr>
            <a:r>
              <a:t/>
            </a:r>
            <a:endParaRPr sz="1500">
              <a:latin typeface="Source Sans Pro"/>
              <a:ea typeface="Source Sans Pro"/>
              <a:cs typeface="Source Sans Pro"/>
              <a:sym typeface="Source Sans Pro"/>
            </a:endParaRPr>
          </a:p>
          <a:p>
            <a:pPr indent="0" lvl="0" marL="0" rtl="0" algn="l">
              <a:lnSpc>
                <a:spcPct val="115000"/>
              </a:lnSpc>
              <a:spcBef>
                <a:spcPts val="1600"/>
              </a:spcBef>
              <a:spcAft>
                <a:spcPts val="0"/>
              </a:spcAft>
              <a:buSzPts val="2400"/>
              <a:buNone/>
            </a:pPr>
            <a:r>
              <a:t/>
            </a:r>
            <a:endParaRPr>
              <a:latin typeface="Source Sans Pro"/>
              <a:ea typeface="Source Sans Pro"/>
              <a:cs typeface="Source Sans Pro"/>
              <a:sym typeface="Source Sans Pro"/>
            </a:endParaRPr>
          </a:p>
          <a:p>
            <a:pPr indent="0" lvl="0" marL="0" rtl="0" algn="l">
              <a:lnSpc>
                <a:spcPct val="115000"/>
              </a:lnSpc>
              <a:spcBef>
                <a:spcPts val="1600"/>
              </a:spcBef>
              <a:spcAft>
                <a:spcPts val="1600"/>
              </a:spcAft>
              <a:buSzPts val="2400"/>
              <a:buNone/>
            </a:pPr>
            <a:r>
              <a:t/>
            </a:r>
            <a:endParaRPr>
              <a:latin typeface="Source Sans Pro"/>
              <a:ea typeface="Source Sans Pro"/>
              <a:cs typeface="Source Sans Pro"/>
              <a:sym typeface="Source Sans Pro"/>
            </a:endParaRPr>
          </a:p>
        </p:txBody>
      </p:sp>
      <p:sp>
        <p:nvSpPr>
          <p:cNvPr id="252" name="Google Shape;252;p32"/>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53" name="Google Shape;253;p32"/>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200"/>
              <a:buFont typeface="Arial"/>
              <a:buNone/>
            </a:pPr>
            <a:r>
              <a:rPr lang="en"/>
              <a:t>Social media/screen time hours influence on mental health and distractibility. </a:t>
            </a:r>
            <a:endParaRPr/>
          </a:p>
          <a:p>
            <a:pPr indent="0" lvl="0" marL="0" rtl="0" algn="l">
              <a:lnSpc>
                <a:spcPct val="115000"/>
              </a:lnSpc>
              <a:spcBef>
                <a:spcPts val="1600"/>
              </a:spcBef>
              <a:spcAft>
                <a:spcPts val="1600"/>
              </a:spcAft>
              <a:buSzPts val="12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3"/>
          <p:cNvSpPr txBox="1"/>
          <p:nvPr>
            <p:ph type="ctrTitle"/>
          </p:nvPr>
        </p:nvSpPr>
        <p:spPr>
          <a:xfrm>
            <a:off x="3822200" y="1180400"/>
            <a:ext cx="4775700" cy="22581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700"/>
              <a:buNone/>
            </a:pPr>
            <a:r>
              <a:rPr lang="en">
                <a:solidFill>
                  <a:srgbClr val="282828"/>
                </a:solidFill>
              </a:rPr>
              <a:t>Setbacks during completion</a:t>
            </a:r>
            <a:endParaRPr>
              <a:solidFill>
                <a:srgbClr val="28282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title"/>
          </p:nvPr>
        </p:nvSpPr>
        <p:spPr>
          <a:xfrm>
            <a:off x="606225" y="84800"/>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rPr lang="en"/>
              <a:t>Notable</a:t>
            </a:r>
            <a:r>
              <a:rPr lang="en"/>
              <a:t> setback areas</a:t>
            </a:r>
            <a:endParaRPr/>
          </a:p>
        </p:txBody>
      </p:sp>
      <p:sp>
        <p:nvSpPr>
          <p:cNvPr id="264" name="Google Shape;264;p34"/>
          <p:cNvSpPr txBox="1"/>
          <p:nvPr>
            <p:ph idx="4294967295" type="body"/>
          </p:nvPr>
        </p:nvSpPr>
        <p:spPr>
          <a:xfrm>
            <a:off x="606225" y="744275"/>
            <a:ext cx="6219300" cy="324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2000">
                <a:latin typeface="Source Sans Pro"/>
                <a:ea typeface="Source Sans Pro"/>
                <a:cs typeface="Source Sans Pro"/>
                <a:sym typeface="Source Sans Pro"/>
              </a:rPr>
              <a:t>Notable setbacks </a:t>
            </a:r>
            <a:endParaRPr sz="2000">
              <a:latin typeface="Source Sans Pro"/>
              <a:ea typeface="Source Sans Pro"/>
              <a:cs typeface="Source Sans Pro"/>
              <a:sym typeface="Source Sans Pro"/>
            </a:endParaRPr>
          </a:p>
          <a:p>
            <a:pPr indent="0" lvl="0" marL="0" rtl="0" algn="l">
              <a:spcBef>
                <a:spcPts val="0"/>
              </a:spcBef>
              <a:spcAft>
                <a:spcPts val="0"/>
              </a:spcAft>
              <a:buClr>
                <a:schemeClr val="dk1"/>
              </a:buClr>
              <a:buSzPts val="1100"/>
              <a:buFont typeface="Arial"/>
              <a:buNone/>
            </a:pPr>
            <a:r>
              <a:rPr lang="en" sz="2000">
                <a:latin typeface="Source Sans Pro"/>
                <a:ea typeface="Source Sans Pro"/>
                <a:cs typeface="Source Sans Pro"/>
                <a:sym typeface="Source Sans Pro"/>
              </a:rPr>
              <a:t>-handling data types and considering input style from the survey</a:t>
            </a:r>
            <a:endParaRPr sz="2000">
              <a:latin typeface="Source Sans Pro"/>
              <a:ea typeface="Source Sans Pro"/>
              <a:cs typeface="Source Sans Pro"/>
              <a:sym typeface="Source Sans Pro"/>
            </a:endParaRPr>
          </a:p>
          <a:p>
            <a:pPr indent="0" lvl="0" marL="0" rtl="0" algn="l">
              <a:spcBef>
                <a:spcPts val="0"/>
              </a:spcBef>
              <a:spcAft>
                <a:spcPts val="0"/>
              </a:spcAft>
              <a:buClr>
                <a:schemeClr val="dk1"/>
              </a:buClr>
              <a:buSzPts val="1100"/>
              <a:buFont typeface="Arial"/>
              <a:buNone/>
            </a:pPr>
            <a:r>
              <a:rPr lang="en" sz="2000">
                <a:latin typeface="Source Sans Pro"/>
                <a:ea typeface="Source Sans Pro"/>
                <a:cs typeface="Source Sans Pro"/>
                <a:sym typeface="Source Sans Pro"/>
              </a:rPr>
              <a:t>-data type issue </a:t>
            </a:r>
            <a:r>
              <a:rPr lang="en" sz="2000">
                <a:latin typeface="Source Sans Pro"/>
                <a:ea typeface="Source Sans Pro"/>
                <a:cs typeface="Source Sans Pro"/>
                <a:sym typeface="Source Sans Pro"/>
              </a:rPr>
              <a:t>affected</a:t>
            </a:r>
            <a:r>
              <a:rPr lang="en" sz="2000">
                <a:latin typeface="Source Sans Pro"/>
                <a:ea typeface="Source Sans Pro"/>
                <a:cs typeface="Source Sans Pro"/>
                <a:sym typeface="Source Sans Pro"/>
              </a:rPr>
              <a:t> model building approach</a:t>
            </a:r>
            <a:endParaRPr sz="2000">
              <a:latin typeface="Source Sans Pro"/>
              <a:ea typeface="Source Sans Pro"/>
              <a:cs typeface="Source Sans Pro"/>
              <a:sym typeface="Source Sans Pro"/>
            </a:endParaRPr>
          </a:p>
          <a:p>
            <a:pPr indent="0" lvl="0" marL="0" rtl="0" algn="l">
              <a:spcBef>
                <a:spcPts val="0"/>
              </a:spcBef>
              <a:spcAft>
                <a:spcPts val="0"/>
              </a:spcAft>
              <a:buSzPts val="1100"/>
              <a:buNone/>
            </a:pPr>
            <a:r>
              <a:rPr lang="en" sz="2000">
                <a:latin typeface="Source Sans Pro"/>
                <a:ea typeface="Source Sans Pro"/>
                <a:cs typeface="Source Sans Pro"/>
                <a:sym typeface="Source Sans Pro"/>
              </a:rPr>
              <a:t>-primary data set subgroup sizes did not feel sufficient (e.g) 34 for ‘less than an hour’ social media time group.</a:t>
            </a:r>
            <a:endParaRPr sz="2000">
              <a:latin typeface="Source Sans Pro"/>
              <a:ea typeface="Source Sans Pro"/>
              <a:cs typeface="Source Sans Pro"/>
              <a:sym typeface="Source Sans Pro"/>
            </a:endParaRPr>
          </a:p>
          <a:p>
            <a:pPr indent="0" lvl="0" marL="0" rtl="0" algn="l">
              <a:spcBef>
                <a:spcPts val="0"/>
              </a:spcBef>
              <a:spcAft>
                <a:spcPts val="0"/>
              </a:spcAft>
              <a:buClr>
                <a:schemeClr val="dk1"/>
              </a:buClr>
              <a:buSzPts val="1100"/>
              <a:buFont typeface="Arial"/>
              <a:buNone/>
            </a:pPr>
            <a:r>
              <a:rPr lang="en" sz="2000">
                <a:latin typeface="Source Sans Pro"/>
                <a:ea typeface="Source Sans Pro"/>
                <a:cs typeface="Source Sans Pro"/>
                <a:sym typeface="Source Sans Pro"/>
              </a:rPr>
              <a:t>-Weak pool of people who reported not making use of social media, limiting how much information could be extracted. </a:t>
            </a:r>
            <a:endParaRPr sz="2000">
              <a:latin typeface="Source Sans Pro"/>
              <a:ea typeface="Source Sans Pro"/>
              <a:cs typeface="Source Sans Pro"/>
              <a:sym typeface="Source Sans Pro"/>
            </a:endParaRPr>
          </a:p>
          <a:p>
            <a:pPr indent="0" lvl="0" marL="0" rtl="0" algn="l">
              <a:spcBef>
                <a:spcPts val="0"/>
              </a:spcBef>
              <a:spcAft>
                <a:spcPts val="0"/>
              </a:spcAft>
              <a:buClr>
                <a:schemeClr val="dk1"/>
              </a:buClr>
              <a:buSzPts val="1100"/>
              <a:buFont typeface="Arial"/>
              <a:buNone/>
            </a:pPr>
            <a:r>
              <a:t/>
            </a:r>
            <a:endParaRPr sz="2000">
              <a:latin typeface="Source Sans Pro"/>
              <a:ea typeface="Source Sans Pro"/>
              <a:cs typeface="Source Sans Pro"/>
              <a:sym typeface="Source Sans Pro"/>
            </a:endParaRPr>
          </a:p>
          <a:p>
            <a:pPr indent="0" lvl="0" marL="0" rtl="0" algn="l">
              <a:lnSpc>
                <a:spcPct val="115000"/>
              </a:lnSpc>
              <a:spcBef>
                <a:spcPts val="0"/>
              </a:spcBef>
              <a:spcAft>
                <a:spcPts val="0"/>
              </a:spcAft>
              <a:buSzPts val="2400"/>
              <a:buNone/>
            </a:pPr>
            <a:r>
              <a:t/>
            </a:r>
            <a:endParaRPr sz="2000">
              <a:latin typeface="Source Sans Pro"/>
              <a:ea typeface="Source Sans Pro"/>
              <a:cs typeface="Source Sans Pro"/>
              <a:sym typeface="Source Sans Pro"/>
            </a:endParaRPr>
          </a:p>
          <a:p>
            <a:pPr indent="0" lvl="0" marL="0" rtl="0" algn="l">
              <a:lnSpc>
                <a:spcPct val="115000"/>
              </a:lnSpc>
              <a:spcBef>
                <a:spcPts val="1600"/>
              </a:spcBef>
              <a:spcAft>
                <a:spcPts val="0"/>
              </a:spcAft>
              <a:buSzPts val="2400"/>
              <a:buNone/>
            </a:pPr>
            <a:r>
              <a:t/>
            </a:r>
            <a:endParaRPr sz="2200">
              <a:latin typeface="Source Sans Pro"/>
              <a:ea typeface="Source Sans Pro"/>
              <a:cs typeface="Source Sans Pro"/>
              <a:sym typeface="Source Sans Pro"/>
            </a:endParaRPr>
          </a:p>
          <a:p>
            <a:pPr indent="0" lvl="0" marL="0" rtl="0" algn="l">
              <a:lnSpc>
                <a:spcPct val="115000"/>
              </a:lnSpc>
              <a:spcBef>
                <a:spcPts val="1600"/>
              </a:spcBef>
              <a:spcAft>
                <a:spcPts val="1600"/>
              </a:spcAft>
              <a:buSzPts val="2400"/>
              <a:buNone/>
            </a:pPr>
            <a:r>
              <a:t/>
            </a:r>
            <a:endParaRPr sz="2200">
              <a:latin typeface="Source Sans Pro"/>
              <a:ea typeface="Source Sans Pro"/>
              <a:cs typeface="Source Sans Pro"/>
              <a:sym typeface="Source Sans Pro"/>
            </a:endParaRPr>
          </a:p>
        </p:txBody>
      </p:sp>
      <p:sp>
        <p:nvSpPr>
          <p:cNvPr id="265" name="Google Shape;265;p34"/>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66" name="Google Shape;266;p34"/>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200"/>
              <a:buFont typeface="Arial"/>
              <a:buNone/>
            </a:pPr>
            <a:r>
              <a:rPr lang="en"/>
              <a:t>Social media/screen time hours influence on mental health and distractibility. </a:t>
            </a:r>
            <a:endParaRPr/>
          </a:p>
          <a:p>
            <a:pPr indent="0" lvl="0" marL="0" rtl="0" algn="l">
              <a:lnSpc>
                <a:spcPct val="115000"/>
              </a:lnSpc>
              <a:spcBef>
                <a:spcPts val="1600"/>
              </a:spcBef>
              <a:spcAft>
                <a:spcPts val="1600"/>
              </a:spcAft>
              <a:buSzPts val="12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5"/>
          <p:cNvSpPr txBox="1"/>
          <p:nvPr>
            <p:ph type="ctrTitle"/>
          </p:nvPr>
        </p:nvSpPr>
        <p:spPr>
          <a:xfrm>
            <a:off x="3822700" y="1190975"/>
            <a:ext cx="4830300" cy="19110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700"/>
              <a:buNone/>
            </a:pPr>
            <a:r>
              <a:rPr lang="en"/>
              <a:t>Reflection</a:t>
            </a:r>
            <a:endParaRPr/>
          </a:p>
        </p:txBody>
      </p:sp>
      <p:sp>
        <p:nvSpPr>
          <p:cNvPr id="272" name="Google Shape;272;p35"/>
          <p:cNvSpPr txBox="1"/>
          <p:nvPr>
            <p:ph idx="1" type="subTitle"/>
          </p:nvPr>
        </p:nvSpPr>
        <p:spPr>
          <a:xfrm>
            <a:off x="3822700" y="3230925"/>
            <a:ext cx="4830300" cy="84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Taking into account setbacks experienced</a:t>
            </a:r>
            <a:endParaRPr/>
          </a:p>
          <a:p>
            <a:pPr indent="0" lvl="0" marL="0" rtl="0" algn="l">
              <a:lnSpc>
                <a:spcPct val="100000"/>
              </a:lnSpc>
              <a:spcBef>
                <a:spcPts val="0"/>
              </a:spcBef>
              <a:spcAft>
                <a:spcPts val="0"/>
              </a:spcAft>
              <a:buSzPts val="24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6"/>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rPr lang="en"/>
              <a:t>Areas I would change given setbacks</a:t>
            </a:r>
            <a:endParaRPr/>
          </a:p>
        </p:txBody>
      </p:sp>
      <p:sp>
        <p:nvSpPr>
          <p:cNvPr id="278" name="Google Shape;278;p36"/>
          <p:cNvSpPr txBox="1"/>
          <p:nvPr>
            <p:ph idx="4294967295" type="body"/>
          </p:nvPr>
        </p:nvSpPr>
        <p:spPr>
          <a:xfrm>
            <a:off x="638675" y="1107725"/>
            <a:ext cx="6219300" cy="24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2200">
                <a:latin typeface="Source Sans Pro"/>
                <a:ea typeface="Source Sans Pro"/>
                <a:cs typeface="Source Sans Pro"/>
                <a:sym typeface="Source Sans Pro"/>
              </a:rPr>
              <a:t>-May have searched for a different secondary dataset or made use of a third one which could cover different areas.</a:t>
            </a:r>
            <a:endParaRPr sz="2200">
              <a:latin typeface="Source Sans Pro"/>
              <a:ea typeface="Source Sans Pro"/>
              <a:cs typeface="Source Sans Pro"/>
              <a:sym typeface="Source Sans Pro"/>
            </a:endParaRPr>
          </a:p>
          <a:p>
            <a:pPr indent="0" lvl="0" marL="0" rtl="0" algn="l">
              <a:spcBef>
                <a:spcPts val="0"/>
              </a:spcBef>
              <a:spcAft>
                <a:spcPts val="0"/>
              </a:spcAft>
              <a:buSzPts val="1100"/>
              <a:buNone/>
            </a:pPr>
            <a:r>
              <a:rPr lang="en" sz="2200">
                <a:latin typeface="Source Sans Pro"/>
                <a:ea typeface="Source Sans Pro"/>
                <a:cs typeface="Source Sans Pro"/>
                <a:sym typeface="Source Sans Pro"/>
              </a:rPr>
              <a:t>-Would have placed more consideration in how results were recorded in datasets I would use</a:t>
            </a:r>
            <a:endParaRPr sz="2200">
              <a:latin typeface="Source Sans Pro"/>
              <a:ea typeface="Source Sans Pro"/>
              <a:cs typeface="Source Sans Pro"/>
              <a:sym typeface="Source Sans Pro"/>
            </a:endParaRPr>
          </a:p>
          <a:p>
            <a:pPr indent="0" lvl="0" marL="0" rtl="0" algn="l">
              <a:spcBef>
                <a:spcPts val="0"/>
              </a:spcBef>
              <a:spcAft>
                <a:spcPts val="0"/>
              </a:spcAft>
              <a:buClr>
                <a:schemeClr val="dk1"/>
              </a:buClr>
              <a:buSzPts val="1100"/>
              <a:buFont typeface="Arial"/>
              <a:buNone/>
            </a:pPr>
            <a:r>
              <a:rPr lang="en" sz="2200">
                <a:latin typeface="Source Sans Pro"/>
                <a:ea typeface="Source Sans Pro"/>
                <a:cs typeface="Source Sans Pro"/>
                <a:sym typeface="Source Sans Pro"/>
              </a:rPr>
              <a:t>-Find more areas to explore within the same dataset</a:t>
            </a:r>
            <a:endParaRPr sz="2200">
              <a:latin typeface="Source Sans Pro"/>
              <a:ea typeface="Source Sans Pro"/>
              <a:cs typeface="Source Sans Pro"/>
              <a:sym typeface="Source Sans Pro"/>
            </a:endParaRPr>
          </a:p>
          <a:p>
            <a:pPr indent="0" lvl="0" marL="0" rtl="0" algn="l">
              <a:lnSpc>
                <a:spcPct val="115000"/>
              </a:lnSpc>
              <a:spcBef>
                <a:spcPts val="0"/>
              </a:spcBef>
              <a:spcAft>
                <a:spcPts val="0"/>
              </a:spcAft>
              <a:buSzPts val="2400"/>
              <a:buNone/>
            </a:pPr>
            <a:r>
              <a:rPr lang="en" sz="2200">
                <a:latin typeface="Source Sans Pro"/>
                <a:ea typeface="Source Sans Pro"/>
                <a:cs typeface="Source Sans Pro"/>
                <a:sym typeface="Source Sans Pro"/>
              </a:rPr>
              <a:t>-Properly planned additional areas for research within the same topic/scope</a:t>
            </a:r>
            <a:endParaRPr sz="2200">
              <a:latin typeface="Source Sans Pro"/>
              <a:ea typeface="Source Sans Pro"/>
              <a:cs typeface="Source Sans Pro"/>
              <a:sym typeface="Source Sans Pro"/>
            </a:endParaRPr>
          </a:p>
          <a:p>
            <a:pPr indent="0" lvl="0" marL="0" rtl="0" algn="l">
              <a:lnSpc>
                <a:spcPct val="115000"/>
              </a:lnSpc>
              <a:spcBef>
                <a:spcPts val="1600"/>
              </a:spcBef>
              <a:spcAft>
                <a:spcPts val="0"/>
              </a:spcAft>
              <a:buSzPts val="2400"/>
              <a:buNone/>
            </a:pPr>
            <a:r>
              <a:t/>
            </a:r>
            <a:endParaRPr>
              <a:latin typeface="Source Sans Pro"/>
              <a:ea typeface="Source Sans Pro"/>
              <a:cs typeface="Source Sans Pro"/>
              <a:sym typeface="Source Sans Pro"/>
            </a:endParaRPr>
          </a:p>
          <a:p>
            <a:pPr indent="0" lvl="0" marL="0" rtl="0" algn="l">
              <a:lnSpc>
                <a:spcPct val="115000"/>
              </a:lnSpc>
              <a:spcBef>
                <a:spcPts val="1600"/>
              </a:spcBef>
              <a:spcAft>
                <a:spcPts val="1600"/>
              </a:spcAft>
              <a:buSzPts val="2400"/>
              <a:buNone/>
            </a:pPr>
            <a:r>
              <a:t/>
            </a:r>
            <a:endParaRPr>
              <a:latin typeface="Source Sans Pro"/>
              <a:ea typeface="Source Sans Pro"/>
              <a:cs typeface="Source Sans Pro"/>
              <a:sym typeface="Source Sans Pro"/>
            </a:endParaRPr>
          </a:p>
        </p:txBody>
      </p:sp>
      <p:sp>
        <p:nvSpPr>
          <p:cNvPr id="279" name="Google Shape;279;p36"/>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80" name="Google Shape;280;p36"/>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200"/>
              <a:buFont typeface="Arial"/>
              <a:buNone/>
            </a:pPr>
            <a:r>
              <a:rPr lang="en"/>
              <a:t>Social media/screen time hours influence on mental health and distractibility. </a:t>
            </a:r>
            <a:endParaRPr/>
          </a:p>
          <a:p>
            <a:pPr indent="0" lvl="0" marL="0" rtl="0" algn="l">
              <a:lnSpc>
                <a:spcPct val="115000"/>
              </a:lnSpc>
              <a:spcBef>
                <a:spcPts val="1600"/>
              </a:spcBef>
              <a:spcAft>
                <a:spcPts val="1600"/>
              </a:spcAft>
              <a:buSzPts val="12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7"/>
          <p:cNvSpPr txBox="1"/>
          <p:nvPr>
            <p:ph type="title"/>
          </p:nvPr>
        </p:nvSpPr>
        <p:spPr>
          <a:xfrm>
            <a:off x="2178500" y="1945650"/>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rPr lang="en"/>
              <a:t>Thanks for listening!</a:t>
            </a:r>
            <a:endParaRPr/>
          </a:p>
        </p:txBody>
      </p:sp>
      <p:sp>
        <p:nvSpPr>
          <p:cNvPr id="286" name="Google Shape;286;p37"/>
          <p:cNvSpPr txBox="1"/>
          <p:nvPr>
            <p:ph idx="4294967295" type="body"/>
          </p:nvPr>
        </p:nvSpPr>
        <p:spPr>
          <a:xfrm>
            <a:off x="606225" y="2689475"/>
            <a:ext cx="6219300" cy="130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1100"/>
              <a:buNone/>
            </a:pPr>
            <a:r>
              <a:t/>
            </a:r>
            <a:endParaRPr sz="2000">
              <a:latin typeface="Source Sans Pro"/>
              <a:ea typeface="Source Sans Pro"/>
              <a:cs typeface="Source Sans Pro"/>
              <a:sym typeface="Source Sans Pro"/>
            </a:endParaRPr>
          </a:p>
          <a:p>
            <a:pPr indent="0" lvl="0" marL="0" rtl="0" algn="l">
              <a:lnSpc>
                <a:spcPct val="115000"/>
              </a:lnSpc>
              <a:spcBef>
                <a:spcPts val="0"/>
              </a:spcBef>
              <a:spcAft>
                <a:spcPts val="0"/>
              </a:spcAft>
              <a:buSzPts val="2400"/>
              <a:buNone/>
            </a:pPr>
            <a:r>
              <a:t/>
            </a:r>
            <a:endParaRPr sz="2000">
              <a:latin typeface="Source Sans Pro"/>
              <a:ea typeface="Source Sans Pro"/>
              <a:cs typeface="Source Sans Pro"/>
              <a:sym typeface="Source Sans Pro"/>
            </a:endParaRPr>
          </a:p>
          <a:p>
            <a:pPr indent="0" lvl="0" marL="0" rtl="0" algn="l">
              <a:lnSpc>
                <a:spcPct val="115000"/>
              </a:lnSpc>
              <a:spcBef>
                <a:spcPts val="1600"/>
              </a:spcBef>
              <a:spcAft>
                <a:spcPts val="0"/>
              </a:spcAft>
              <a:buSzPts val="2400"/>
              <a:buNone/>
            </a:pPr>
            <a:r>
              <a:t/>
            </a:r>
            <a:endParaRPr sz="2200">
              <a:latin typeface="Source Sans Pro"/>
              <a:ea typeface="Source Sans Pro"/>
              <a:cs typeface="Source Sans Pro"/>
              <a:sym typeface="Source Sans Pro"/>
            </a:endParaRPr>
          </a:p>
          <a:p>
            <a:pPr indent="0" lvl="0" marL="0" rtl="0" algn="l">
              <a:lnSpc>
                <a:spcPct val="115000"/>
              </a:lnSpc>
              <a:spcBef>
                <a:spcPts val="1600"/>
              </a:spcBef>
              <a:spcAft>
                <a:spcPts val="1600"/>
              </a:spcAft>
              <a:buSzPts val="2400"/>
              <a:buNone/>
            </a:pPr>
            <a:r>
              <a:t/>
            </a:r>
            <a:endParaRPr sz="2200">
              <a:latin typeface="Source Sans Pro"/>
              <a:ea typeface="Source Sans Pro"/>
              <a:cs typeface="Source Sans Pro"/>
              <a:sym typeface="Source Sans Pro"/>
            </a:endParaRPr>
          </a:p>
        </p:txBody>
      </p:sp>
      <p:sp>
        <p:nvSpPr>
          <p:cNvPr id="287" name="Google Shape;287;p37"/>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600"/>
              </a:spcAft>
              <a:buSzPts val="1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earlessly Forward / LIGHT">
  <a:themeElements>
    <a:clrScheme name="Simple Light">
      <a:dk1>
        <a:srgbClr val="000000"/>
      </a:dk1>
      <a:lt1>
        <a:srgbClr val="FFFFFF"/>
      </a:lt1>
      <a:dk2>
        <a:srgbClr val="636363"/>
      </a:dk2>
      <a:lt2>
        <a:srgbClr val="E6E6E6"/>
      </a:lt2>
      <a:accent1>
        <a:srgbClr val="E21833"/>
      </a:accent1>
      <a:accent2>
        <a:srgbClr val="A41124"/>
      </a:accent2>
      <a:accent3>
        <a:srgbClr val="820E1D"/>
      </a:accent3>
      <a:accent4>
        <a:srgbClr val="FFD200"/>
      </a:accent4>
      <a:accent5>
        <a:srgbClr val="CBA700"/>
      </a:accent5>
      <a:accent6>
        <a:srgbClr val="715D00"/>
      </a:accent6>
      <a:hlink>
        <a:srgbClr val="E218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